
<file path=[Content_Types].xml><?xml version="1.0" encoding="utf-8"?>
<Types xmlns="http://schemas.openxmlformats.org/package/2006/content-types">
  <Default Extension="emf" ContentType="image/x-emf"/>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 id="2147483673" r:id="rId2"/>
  </p:sldMasterIdLst>
  <p:notesMasterIdLst>
    <p:notesMasterId r:id="rId29"/>
  </p:notesMasterIdLst>
  <p:sldIdLst>
    <p:sldId id="259" r:id="rId3"/>
    <p:sldId id="257" r:id="rId4"/>
    <p:sldId id="260" r:id="rId5"/>
    <p:sldId id="261" r:id="rId6"/>
    <p:sldId id="262" r:id="rId7"/>
    <p:sldId id="264" r:id="rId8"/>
    <p:sldId id="263" r:id="rId9"/>
    <p:sldId id="292" r:id="rId10"/>
    <p:sldId id="265" r:id="rId11"/>
    <p:sldId id="266" r:id="rId12"/>
    <p:sldId id="267" r:id="rId13"/>
    <p:sldId id="268" r:id="rId14"/>
    <p:sldId id="288" r:id="rId15"/>
    <p:sldId id="270" r:id="rId16"/>
    <p:sldId id="283" r:id="rId17"/>
    <p:sldId id="276" r:id="rId18"/>
    <p:sldId id="284" r:id="rId19"/>
    <p:sldId id="282" r:id="rId20"/>
    <p:sldId id="281" r:id="rId21"/>
    <p:sldId id="285" r:id="rId22"/>
    <p:sldId id="289" r:id="rId23"/>
    <p:sldId id="290" r:id="rId24"/>
    <p:sldId id="291" r:id="rId25"/>
    <p:sldId id="280" r:id="rId26"/>
    <p:sldId id="287" r:id="rId27"/>
    <p:sldId id="279" r:id="rId28"/>
  </p:sldIdLst>
  <p:sldSz cx="18288000" cy="10287000"/>
  <p:notesSz cx="6858000" cy="9144000"/>
  <p:embeddedFontLst>
    <p:embeddedFont>
      <p:font typeface="Average" panose="020B0604020202020204" charset="0"/>
      <p:regular r:id="rId30"/>
    </p:embeddedFont>
    <p:embeddedFont>
      <p:font typeface="Calibri" panose="020F0502020204030204" pitchFamily="34" charset="0"/>
      <p:regular r:id="rId31"/>
      <p:bold r:id="rId32"/>
      <p:italic r:id="rId33"/>
      <p:boldItalic r:id="rId34"/>
    </p:embeddedFont>
    <p:embeddedFont>
      <p:font typeface="Times" panose="02020603050405020304" pitchFamily="18" charset="0"/>
      <p:regular r:id="rId35"/>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9" roundtripDataSignature="AMtx7mhkNwN3hXfeG+wypkAQoDhBHio5K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24" autoAdjust="0"/>
    <p:restoredTop sz="94660"/>
  </p:normalViewPr>
  <p:slideViewPr>
    <p:cSldViewPr snapToGrid="0">
      <p:cViewPr>
        <p:scale>
          <a:sx n="50" d="100"/>
          <a:sy n="50" d="100"/>
        </p:scale>
        <p:origin x="1085" y="91"/>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customschemas.google.com/relationships/presentationmetadata" Target="metadata"/><Relationship Id="rId21" Type="http://schemas.openxmlformats.org/officeDocument/2006/relationships/slide" Target="slides/slide19.xml"/><Relationship Id="rId34" Type="http://schemas.openxmlformats.org/officeDocument/2006/relationships/font" Target="fonts/font5.fntdata"/><Relationship Id="rId42"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notesMaster" Target="notesMasters/notesMaster1.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font" Target="fonts/font7.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2.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font" Target="fonts/font1.fntdata"/><Relationship Id="rId35" Type="http://schemas.openxmlformats.org/officeDocument/2006/relationships/font" Target="fonts/font6.fntdata"/><Relationship Id="rId43"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4.fntdata"/><Relationship Id="rId38" Type="http://schemas.openxmlformats.org/officeDocument/2006/relationships/font" Target="fonts/font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45632738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g265277b142a_0_7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1" name="Google Shape;271;g265277b142a_0_74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2" name="Google Shape;272;g265277b142a_0_74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extLst>
      <p:ext uri="{BB962C8B-B14F-4D97-AF65-F5344CB8AC3E}">
        <p14:creationId xmlns:p14="http://schemas.microsoft.com/office/powerpoint/2010/main" val="31978334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 Id="rId4"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 Id="rId4" Type="http://schemas.openxmlformats.org/officeDocument/2006/relationships/image" Target="../media/image5.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8"/>
        <p:cNvGrpSpPr/>
        <p:nvPr/>
      </p:nvGrpSpPr>
      <p:grpSpPr>
        <a:xfrm>
          <a:off x="0" y="0"/>
          <a:ext cx="0" cy="0"/>
          <a:chOff x="0" y="0"/>
          <a:chExt cx="0" cy="0"/>
        </a:xfrm>
      </p:grpSpPr>
      <p:sp>
        <p:nvSpPr>
          <p:cNvPr id="99" name="Google Shape;99;g265277b142a_0_316"/>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00" name="Google Shape;100;g265277b142a_0_316"/>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01" name="Google Shape;101;g265277b142a_0_316"/>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2"/>
        <p:cNvGrpSpPr/>
        <p:nvPr/>
      </p:nvGrpSpPr>
      <p:grpSpPr>
        <a:xfrm>
          <a:off x="0" y="0"/>
          <a:ext cx="0" cy="0"/>
          <a:chOff x="0" y="0"/>
          <a:chExt cx="0" cy="0"/>
        </a:xfrm>
      </p:grpSpPr>
      <p:sp>
        <p:nvSpPr>
          <p:cNvPr id="103" name="Google Shape;103;g265277b142a_0_320"/>
          <p:cNvSpPr txBox="1">
            <a:spLocks noGrp="1"/>
          </p:cNvSpPr>
          <p:nvPr>
            <p:ph type="ctrTitle"/>
          </p:nvPr>
        </p:nvSpPr>
        <p:spPr>
          <a:xfrm>
            <a:off x="685800" y="2130425"/>
            <a:ext cx="7772400" cy="1470000"/>
          </a:xfrm>
          <a:prstGeom prst="rect">
            <a:avLst/>
          </a:prstGeom>
          <a:noFill/>
          <a:ln>
            <a:noFill/>
          </a:ln>
        </p:spPr>
        <p:txBody>
          <a:bodyPr spcFirstLastPara="1" wrap="square" lIns="91425" tIns="45700" rIns="91425" bIns="45700" anchor="ctr" anchorCtr="0">
            <a:normAutofit/>
          </a:bodyPr>
          <a:lstStyle>
            <a:lvl1pPr lvl="0" algn="ctr" rtl="0">
              <a:lnSpc>
                <a:spcPct val="100000"/>
              </a:lnSpc>
              <a:spcBef>
                <a:spcPts val="0"/>
              </a:spcBef>
              <a:spcAft>
                <a:spcPts val="0"/>
              </a:spcAft>
              <a:buClr>
                <a:schemeClr val="dk1"/>
              </a:buClr>
              <a:buSzPts val="18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04" name="Google Shape;104;g265277b142a_0_320"/>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rtl="0">
              <a:lnSpc>
                <a:spcPct val="100000"/>
              </a:lnSpc>
              <a:spcBef>
                <a:spcPts val="640"/>
              </a:spcBef>
              <a:spcAft>
                <a:spcPts val="0"/>
              </a:spcAft>
              <a:buClr>
                <a:srgbClr val="888888"/>
              </a:buClr>
              <a:buSzPts val="3200"/>
              <a:buNone/>
              <a:defRPr>
                <a:solidFill>
                  <a:srgbClr val="888888"/>
                </a:solidFill>
              </a:defRPr>
            </a:lvl1pPr>
            <a:lvl2pPr lvl="1" algn="ctr" rtl="0">
              <a:lnSpc>
                <a:spcPct val="100000"/>
              </a:lnSpc>
              <a:spcBef>
                <a:spcPts val="560"/>
              </a:spcBef>
              <a:spcAft>
                <a:spcPts val="0"/>
              </a:spcAft>
              <a:buClr>
                <a:srgbClr val="888888"/>
              </a:buClr>
              <a:buSzPts val="2800"/>
              <a:buNone/>
              <a:defRPr>
                <a:solidFill>
                  <a:srgbClr val="888888"/>
                </a:solidFill>
              </a:defRPr>
            </a:lvl2pPr>
            <a:lvl3pPr lvl="2" algn="ctr" rtl="0">
              <a:lnSpc>
                <a:spcPct val="100000"/>
              </a:lnSpc>
              <a:spcBef>
                <a:spcPts val="480"/>
              </a:spcBef>
              <a:spcAft>
                <a:spcPts val="0"/>
              </a:spcAft>
              <a:buClr>
                <a:srgbClr val="888888"/>
              </a:buClr>
              <a:buSzPts val="2400"/>
              <a:buNone/>
              <a:defRPr>
                <a:solidFill>
                  <a:srgbClr val="888888"/>
                </a:solidFill>
              </a:defRPr>
            </a:lvl3pPr>
            <a:lvl4pPr lvl="3" algn="ctr" rtl="0">
              <a:lnSpc>
                <a:spcPct val="100000"/>
              </a:lnSpc>
              <a:spcBef>
                <a:spcPts val="400"/>
              </a:spcBef>
              <a:spcAft>
                <a:spcPts val="0"/>
              </a:spcAft>
              <a:buClr>
                <a:srgbClr val="888888"/>
              </a:buClr>
              <a:buSzPts val="2000"/>
              <a:buNone/>
              <a:defRPr>
                <a:solidFill>
                  <a:srgbClr val="888888"/>
                </a:solidFill>
              </a:defRPr>
            </a:lvl4pPr>
            <a:lvl5pPr lvl="4" algn="ctr" rtl="0">
              <a:lnSpc>
                <a:spcPct val="100000"/>
              </a:lnSpc>
              <a:spcBef>
                <a:spcPts val="400"/>
              </a:spcBef>
              <a:spcAft>
                <a:spcPts val="0"/>
              </a:spcAft>
              <a:buClr>
                <a:srgbClr val="888888"/>
              </a:buClr>
              <a:buSzPts val="2000"/>
              <a:buNone/>
              <a:defRPr>
                <a:solidFill>
                  <a:srgbClr val="888888"/>
                </a:solidFill>
              </a:defRPr>
            </a:lvl5pPr>
            <a:lvl6pPr lvl="5" algn="ctr" rtl="0">
              <a:lnSpc>
                <a:spcPct val="100000"/>
              </a:lnSpc>
              <a:spcBef>
                <a:spcPts val="400"/>
              </a:spcBef>
              <a:spcAft>
                <a:spcPts val="0"/>
              </a:spcAft>
              <a:buClr>
                <a:srgbClr val="888888"/>
              </a:buClr>
              <a:buSzPts val="2000"/>
              <a:buNone/>
              <a:defRPr>
                <a:solidFill>
                  <a:srgbClr val="888888"/>
                </a:solidFill>
              </a:defRPr>
            </a:lvl6pPr>
            <a:lvl7pPr lvl="6" algn="ctr" rtl="0">
              <a:lnSpc>
                <a:spcPct val="100000"/>
              </a:lnSpc>
              <a:spcBef>
                <a:spcPts val="400"/>
              </a:spcBef>
              <a:spcAft>
                <a:spcPts val="0"/>
              </a:spcAft>
              <a:buClr>
                <a:srgbClr val="888888"/>
              </a:buClr>
              <a:buSzPts val="2000"/>
              <a:buNone/>
              <a:defRPr>
                <a:solidFill>
                  <a:srgbClr val="888888"/>
                </a:solidFill>
              </a:defRPr>
            </a:lvl7pPr>
            <a:lvl8pPr lvl="7" algn="ctr" rtl="0">
              <a:lnSpc>
                <a:spcPct val="100000"/>
              </a:lnSpc>
              <a:spcBef>
                <a:spcPts val="400"/>
              </a:spcBef>
              <a:spcAft>
                <a:spcPts val="0"/>
              </a:spcAft>
              <a:buClr>
                <a:srgbClr val="888888"/>
              </a:buClr>
              <a:buSzPts val="2000"/>
              <a:buNone/>
              <a:defRPr>
                <a:solidFill>
                  <a:srgbClr val="888888"/>
                </a:solidFill>
              </a:defRPr>
            </a:lvl8pPr>
            <a:lvl9pPr lvl="8" algn="ctr" rtl="0">
              <a:lnSpc>
                <a:spcPct val="100000"/>
              </a:lnSpc>
              <a:spcBef>
                <a:spcPts val="400"/>
              </a:spcBef>
              <a:spcAft>
                <a:spcPts val="0"/>
              </a:spcAft>
              <a:buClr>
                <a:srgbClr val="888888"/>
              </a:buClr>
              <a:buSzPts val="2000"/>
              <a:buNone/>
              <a:defRPr>
                <a:solidFill>
                  <a:srgbClr val="888888"/>
                </a:solidFill>
              </a:defRPr>
            </a:lvl9pPr>
          </a:lstStyle>
          <a:p>
            <a:endParaRPr/>
          </a:p>
        </p:txBody>
      </p:sp>
      <p:sp>
        <p:nvSpPr>
          <p:cNvPr id="105" name="Google Shape;105;g265277b142a_0_320"/>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06" name="Google Shape;106;g265277b142a_0_320"/>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07" name="Google Shape;107;g265277b142a_0_320"/>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08"/>
        <p:cNvGrpSpPr/>
        <p:nvPr/>
      </p:nvGrpSpPr>
      <p:grpSpPr>
        <a:xfrm>
          <a:off x="0" y="0"/>
          <a:ext cx="0" cy="0"/>
          <a:chOff x="0" y="0"/>
          <a:chExt cx="0" cy="0"/>
        </a:xfrm>
      </p:grpSpPr>
      <p:sp>
        <p:nvSpPr>
          <p:cNvPr id="109" name="Google Shape;109;g265277b142a_0_32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rtl="0">
              <a:lnSpc>
                <a:spcPct val="100000"/>
              </a:lnSpc>
              <a:spcBef>
                <a:spcPts val="0"/>
              </a:spcBef>
              <a:spcAft>
                <a:spcPts val="0"/>
              </a:spcAft>
              <a:buClr>
                <a:schemeClr val="dk1"/>
              </a:buClr>
              <a:buSzPts val="18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10" name="Google Shape;110;g265277b142a_0_326"/>
          <p:cNvSpPr txBox="1">
            <a:spLocks noGrp="1"/>
          </p:cNvSpPr>
          <p:nvPr>
            <p:ph type="body" idx="1"/>
          </p:nvPr>
        </p:nvSpPr>
        <p:spPr>
          <a:xfrm>
            <a:off x="457200" y="1600200"/>
            <a:ext cx="8229600" cy="4526100"/>
          </a:xfrm>
          <a:prstGeom prst="rect">
            <a:avLst/>
          </a:prstGeom>
          <a:noFill/>
          <a:ln>
            <a:noFill/>
          </a:ln>
        </p:spPr>
        <p:txBody>
          <a:bodyPr spcFirstLastPara="1" wrap="square" lIns="91425" tIns="45700" rIns="91425" bIns="45700" anchor="t" anchorCtr="0">
            <a:normAutofit/>
          </a:bodyPr>
          <a:lstStyle>
            <a:lvl1pPr marL="457200" lvl="0" indent="-342900" algn="l" rtl="0">
              <a:lnSpc>
                <a:spcPct val="100000"/>
              </a:lnSpc>
              <a:spcBef>
                <a:spcPts val="360"/>
              </a:spcBef>
              <a:spcAft>
                <a:spcPts val="0"/>
              </a:spcAft>
              <a:buClr>
                <a:schemeClr val="dk1"/>
              </a:buClr>
              <a:buSzPts val="1800"/>
              <a:buChar char="•"/>
              <a:defRPr/>
            </a:lvl1pPr>
            <a:lvl2pPr marL="914400" lvl="1" indent="-342900" algn="l" rtl="0">
              <a:lnSpc>
                <a:spcPct val="100000"/>
              </a:lnSpc>
              <a:spcBef>
                <a:spcPts val="360"/>
              </a:spcBef>
              <a:spcAft>
                <a:spcPts val="0"/>
              </a:spcAft>
              <a:buClr>
                <a:schemeClr val="dk1"/>
              </a:buClr>
              <a:buSzPts val="1800"/>
              <a:buChar char="–"/>
              <a:defRPr/>
            </a:lvl2pPr>
            <a:lvl3pPr marL="1371600" lvl="2" indent="-342900" algn="l" rtl="0">
              <a:lnSpc>
                <a:spcPct val="100000"/>
              </a:lnSpc>
              <a:spcBef>
                <a:spcPts val="360"/>
              </a:spcBef>
              <a:spcAft>
                <a:spcPts val="0"/>
              </a:spcAft>
              <a:buClr>
                <a:schemeClr val="dk1"/>
              </a:buClr>
              <a:buSzPts val="1800"/>
              <a:buChar char="•"/>
              <a:defRPr/>
            </a:lvl3pPr>
            <a:lvl4pPr marL="1828800" lvl="3" indent="-342900" algn="l" rtl="0">
              <a:lnSpc>
                <a:spcPct val="100000"/>
              </a:lnSpc>
              <a:spcBef>
                <a:spcPts val="360"/>
              </a:spcBef>
              <a:spcAft>
                <a:spcPts val="0"/>
              </a:spcAft>
              <a:buClr>
                <a:schemeClr val="dk1"/>
              </a:buClr>
              <a:buSzPts val="1800"/>
              <a:buChar char="–"/>
              <a:defRPr/>
            </a:lvl4pPr>
            <a:lvl5pPr marL="2286000" lvl="4" indent="-342900" algn="l" rtl="0">
              <a:lnSpc>
                <a:spcPct val="100000"/>
              </a:lnSpc>
              <a:spcBef>
                <a:spcPts val="360"/>
              </a:spcBef>
              <a:spcAft>
                <a:spcPts val="0"/>
              </a:spcAft>
              <a:buClr>
                <a:schemeClr val="dk1"/>
              </a:buClr>
              <a:buSzPts val="1800"/>
              <a:buChar char="»"/>
              <a:defRPr/>
            </a:lvl5pPr>
            <a:lvl6pPr marL="2743200" lvl="5" indent="-342900" algn="l" rtl="0">
              <a:lnSpc>
                <a:spcPct val="100000"/>
              </a:lnSpc>
              <a:spcBef>
                <a:spcPts val="360"/>
              </a:spcBef>
              <a:spcAft>
                <a:spcPts val="0"/>
              </a:spcAft>
              <a:buClr>
                <a:schemeClr val="dk1"/>
              </a:buClr>
              <a:buSzPts val="1800"/>
              <a:buChar char="•"/>
              <a:defRPr/>
            </a:lvl6pPr>
            <a:lvl7pPr marL="3200400" lvl="6" indent="-342900" algn="l" rtl="0">
              <a:lnSpc>
                <a:spcPct val="100000"/>
              </a:lnSpc>
              <a:spcBef>
                <a:spcPts val="360"/>
              </a:spcBef>
              <a:spcAft>
                <a:spcPts val="0"/>
              </a:spcAft>
              <a:buClr>
                <a:schemeClr val="dk1"/>
              </a:buClr>
              <a:buSzPts val="1800"/>
              <a:buChar char="•"/>
              <a:defRPr/>
            </a:lvl7pPr>
            <a:lvl8pPr marL="3657600" lvl="7" indent="-342900" algn="l" rtl="0">
              <a:lnSpc>
                <a:spcPct val="100000"/>
              </a:lnSpc>
              <a:spcBef>
                <a:spcPts val="360"/>
              </a:spcBef>
              <a:spcAft>
                <a:spcPts val="0"/>
              </a:spcAft>
              <a:buClr>
                <a:schemeClr val="dk1"/>
              </a:buClr>
              <a:buSzPts val="1800"/>
              <a:buChar char="•"/>
              <a:defRPr/>
            </a:lvl8pPr>
            <a:lvl9pPr marL="4114800" lvl="8" indent="-342900" algn="l" rtl="0">
              <a:lnSpc>
                <a:spcPct val="100000"/>
              </a:lnSpc>
              <a:spcBef>
                <a:spcPts val="360"/>
              </a:spcBef>
              <a:spcAft>
                <a:spcPts val="0"/>
              </a:spcAft>
              <a:buClr>
                <a:schemeClr val="dk1"/>
              </a:buClr>
              <a:buSzPts val="1800"/>
              <a:buChar char="•"/>
              <a:defRPr/>
            </a:lvl9pPr>
          </a:lstStyle>
          <a:p>
            <a:endParaRPr/>
          </a:p>
        </p:txBody>
      </p:sp>
      <p:sp>
        <p:nvSpPr>
          <p:cNvPr id="111" name="Google Shape;111;g265277b142a_0_326"/>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12" name="Google Shape;112;g265277b142a_0_326"/>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13" name="Google Shape;113;g265277b142a_0_326"/>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4"/>
        <p:cNvGrpSpPr/>
        <p:nvPr/>
      </p:nvGrpSpPr>
      <p:grpSpPr>
        <a:xfrm>
          <a:off x="0" y="0"/>
          <a:ext cx="0" cy="0"/>
          <a:chOff x="0" y="0"/>
          <a:chExt cx="0" cy="0"/>
        </a:xfrm>
      </p:grpSpPr>
      <p:sp>
        <p:nvSpPr>
          <p:cNvPr id="115" name="Google Shape;115;g265277b142a_0_332"/>
          <p:cNvSpPr txBox="1">
            <a:spLocks noGrp="1"/>
          </p:cNvSpPr>
          <p:nvPr>
            <p:ph type="title"/>
          </p:nvPr>
        </p:nvSpPr>
        <p:spPr>
          <a:xfrm>
            <a:off x="722313" y="4406900"/>
            <a:ext cx="7772400" cy="1362000"/>
          </a:xfrm>
          <a:prstGeom prst="rect">
            <a:avLst/>
          </a:prstGeom>
          <a:noFill/>
          <a:ln>
            <a:noFill/>
          </a:ln>
        </p:spPr>
        <p:txBody>
          <a:bodyPr spcFirstLastPara="1" wrap="square" lIns="91425" tIns="45700" rIns="91425" bIns="45700" anchor="t" anchorCtr="0">
            <a:normAutofit/>
          </a:bodyPr>
          <a:lstStyle>
            <a:lvl1pPr lvl="0" algn="l" rtl="0">
              <a:lnSpc>
                <a:spcPct val="100000"/>
              </a:lnSpc>
              <a:spcBef>
                <a:spcPts val="0"/>
              </a:spcBef>
              <a:spcAft>
                <a:spcPts val="0"/>
              </a:spcAft>
              <a:buClr>
                <a:schemeClr val="dk1"/>
              </a:buClr>
              <a:buSzPts val="4000"/>
              <a:buFont typeface="Calibri"/>
              <a:buNone/>
              <a:defRPr sz="4000" b="1" cap="none"/>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16" name="Google Shape;116;g265277b142a_0_332"/>
          <p:cNvSpPr txBox="1">
            <a:spLocks noGrp="1"/>
          </p:cNvSpPr>
          <p:nvPr>
            <p:ph type="body" idx="1"/>
          </p:nvPr>
        </p:nvSpPr>
        <p:spPr>
          <a:xfrm>
            <a:off x="722313" y="2906713"/>
            <a:ext cx="7772400" cy="1500300"/>
          </a:xfrm>
          <a:prstGeom prst="rect">
            <a:avLst/>
          </a:prstGeom>
          <a:noFill/>
          <a:ln>
            <a:noFill/>
          </a:ln>
        </p:spPr>
        <p:txBody>
          <a:bodyPr spcFirstLastPara="1" wrap="square" lIns="91425" tIns="45700" rIns="91425" bIns="45700" anchor="b" anchorCtr="0">
            <a:normAutofit/>
          </a:bodyPr>
          <a:lstStyle>
            <a:lvl1pPr marL="457200" lvl="0" indent="-228600" algn="l" rtl="0">
              <a:lnSpc>
                <a:spcPct val="100000"/>
              </a:lnSpc>
              <a:spcBef>
                <a:spcPts val="400"/>
              </a:spcBef>
              <a:spcAft>
                <a:spcPts val="0"/>
              </a:spcAft>
              <a:buClr>
                <a:srgbClr val="888888"/>
              </a:buClr>
              <a:buSzPts val="2000"/>
              <a:buNone/>
              <a:defRPr sz="2000">
                <a:solidFill>
                  <a:srgbClr val="888888"/>
                </a:solidFill>
              </a:defRPr>
            </a:lvl1pPr>
            <a:lvl2pPr marL="914400" lvl="1" indent="-228600" algn="l" rtl="0">
              <a:lnSpc>
                <a:spcPct val="100000"/>
              </a:lnSpc>
              <a:spcBef>
                <a:spcPts val="360"/>
              </a:spcBef>
              <a:spcAft>
                <a:spcPts val="0"/>
              </a:spcAft>
              <a:buClr>
                <a:srgbClr val="888888"/>
              </a:buClr>
              <a:buSzPts val="1800"/>
              <a:buNone/>
              <a:defRPr sz="1800">
                <a:solidFill>
                  <a:srgbClr val="888888"/>
                </a:solidFill>
              </a:defRPr>
            </a:lvl2pPr>
            <a:lvl3pPr marL="1371600" lvl="2" indent="-228600" algn="l" rtl="0">
              <a:lnSpc>
                <a:spcPct val="100000"/>
              </a:lnSpc>
              <a:spcBef>
                <a:spcPts val="320"/>
              </a:spcBef>
              <a:spcAft>
                <a:spcPts val="0"/>
              </a:spcAft>
              <a:buClr>
                <a:srgbClr val="888888"/>
              </a:buClr>
              <a:buSzPts val="1600"/>
              <a:buNone/>
              <a:defRPr sz="1600">
                <a:solidFill>
                  <a:srgbClr val="888888"/>
                </a:solidFill>
              </a:defRPr>
            </a:lvl3pPr>
            <a:lvl4pPr marL="1828800" lvl="3" indent="-228600" algn="l" rtl="0">
              <a:lnSpc>
                <a:spcPct val="100000"/>
              </a:lnSpc>
              <a:spcBef>
                <a:spcPts val="280"/>
              </a:spcBef>
              <a:spcAft>
                <a:spcPts val="0"/>
              </a:spcAft>
              <a:buClr>
                <a:srgbClr val="888888"/>
              </a:buClr>
              <a:buSzPts val="1400"/>
              <a:buNone/>
              <a:defRPr sz="1400">
                <a:solidFill>
                  <a:srgbClr val="888888"/>
                </a:solidFill>
              </a:defRPr>
            </a:lvl4pPr>
            <a:lvl5pPr marL="2286000" lvl="4" indent="-228600" algn="l" rtl="0">
              <a:lnSpc>
                <a:spcPct val="100000"/>
              </a:lnSpc>
              <a:spcBef>
                <a:spcPts val="280"/>
              </a:spcBef>
              <a:spcAft>
                <a:spcPts val="0"/>
              </a:spcAft>
              <a:buClr>
                <a:srgbClr val="888888"/>
              </a:buClr>
              <a:buSzPts val="1400"/>
              <a:buNone/>
              <a:defRPr sz="1400">
                <a:solidFill>
                  <a:srgbClr val="888888"/>
                </a:solidFill>
              </a:defRPr>
            </a:lvl5pPr>
            <a:lvl6pPr marL="2743200" lvl="5" indent="-228600" algn="l" rtl="0">
              <a:lnSpc>
                <a:spcPct val="100000"/>
              </a:lnSpc>
              <a:spcBef>
                <a:spcPts val="280"/>
              </a:spcBef>
              <a:spcAft>
                <a:spcPts val="0"/>
              </a:spcAft>
              <a:buClr>
                <a:srgbClr val="888888"/>
              </a:buClr>
              <a:buSzPts val="1400"/>
              <a:buNone/>
              <a:defRPr sz="1400">
                <a:solidFill>
                  <a:srgbClr val="888888"/>
                </a:solidFill>
              </a:defRPr>
            </a:lvl6pPr>
            <a:lvl7pPr marL="3200400" lvl="6" indent="-228600" algn="l" rtl="0">
              <a:lnSpc>
                <a:spcPct val="100000"/>
              </a:lnSpc>
              <a:spcBef>
                <a:spcPts val="280"/>
              </a:spcBef>
              <a:spcAft>
                <a:spcPts val="0"/>
              </a:spcAft>
              <a:buClr>
                <a:srgbClr val="888888"/>
              </a:buClr>
              <a:buSzPts val="1400"/>
              <a:buNone/>
              <a:defRPr sz="1400">
                <a:solidFill>
                  <a:srgbClr val="888888"/>
                </a:solidFill>
              </a:defRPr>
            </a:lvl7pPr>
            <a:lvl8pPr marL="3657600" lvl="7" indent="-228600" algn="l" rtl="0">
              <a:lnSpc>
                <a:spcPct val="100000"/>
              </a:lnSpc>
              <a:spcBef>
                <a:spcPts val="280"/>
              </a:spcBef>
              <a:spcAft>
                <a:spcPts val="0"/>
              </a:spcAft>
              <a:buClr>
                <a:srgbClr val="888888"/>
              </a:buClr>
              <a:buSzPts val="1400"/>
              <a:buNone/>
              <a:defRPr sz="1400">
                <a:solidFill>
                  <a:srgbClr val="888888"/>
                </a:solidFill>
              </a:defRPr>
            </a:lvl8pPr>
            <a:lvl9pPr marL="4114800" lvl="8" indent="-228600" algn="l" rtl="0">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117" name="Google Shape;117;g265277b142a_0_332"/>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18" name="Google Shape;118;g265277b142a_0_332"/>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19" name="Google Shape;119;g265277b142a_0_332"/>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20"/>
        <p:cNvGrpSpPr/>
        <p:nvPr/>
      </p:nvGrpSpPr>
      <p:grpSpPr>
        <a:xfrm>
          <a:off x="0" y="0"/>
          <a:ext cx="0" cy="0"/>
          <a:chOff x="0" y="0"/>
          <a:chExt cx="0" cy="0"/>
        </a:xfrm>
      </p:grpSpPr>
      <p:sp>
        <p:nvSpPr>
          <p:cNvPr id="121" name="Google Shape;121;g265277b142a_0_33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rtl="0">
              <a:lnSpc>
                <a:spcPct val="100000"/>
              </a:lnSpc>
              <a:spcBef>
                <a:spcPts val="0"/>
              </a:spcBef>
              <a:spcAft>
                <a:spcPts val="0"/>
              </a:spcAft>
              <a:buClr>
                <a:schemeClr val="dk1"/>
              </a:buClr>
              <a:buSzPts val="18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22" name="Google Shape;122;g265277b142a_0_338"/>
          <p:cNvSpPr txBox="1">
            <a:spLocks noGrp="1"/>
          </p:cNvSpPr>
          <p:nvPr>
            <p:ph type="body" idx="1"/>
          </p:nvPr>
        </p:nvSpPr>
        <p:spPr>
          <a:xfrm>
            <a:off x="457200" y="1600200"/>
            <a:ext cx="4038600" cy="4526100"/>
          </a:xfrm>
          <a:prstGeom prst="rect">
            <a:avLst/>
          </a:prstGeom>
          <a:noFill/>
          <a:ln>
            <a:noFill/>
          </a:ln>
        </p:spPr>
        <p:txBody>
          <a:bodyPr spcFirstLastPara="1" wrap="square" lIns="91425" tIns="45700" rIns="91425" bIns="45700" anchor="t" anchorCtr="0">
            <a:normAutofit/>
          </a:bodyPr>
          <a:lstStyle>
            <a:lvl1pPr marL="457200" lvl="0" indent="-406400" algn="l" rtl="0">
              <a:lnSpc>
                <a:spcPct val="100000"/>
              </a:lnSpc>
              <a:spcBef>
                <a:spcPts val="560"/>
              </a:spcBef>
              <a:spcAft>
                <a:spcPts val="0"/>
              </a:spcAft>
              <a:buClr>
                <a:schemeClr val="dk1"/>
              </a:buClr>
              <a:buSzPts val="2800"/>
              <a:buChar char="•"/>
              <a:defRPr sz="2800"/>
            </a:lvl1pPr>
            <a:lvl2pPr marL="914400" lvl="1" indent="-381000" algn="l" rtl="0">
              <a:lnSpc>
                <a:spcPct val="100000"/>
              </a:lnSpc>
              <a:spcBef>
                <a:spcPts val="480"/>
              </a:spcBef>
              <a:spcAft>
                <a:spcPts val="0"/>
              </a:spcAft>
              <a:buClr>
                <a:schemeClr val="dk1"/>
              </a:buClr>
              <a:buSzPts val="2400"/>
              <a:buChar char="–"/>
              <a:defRPr sz="2400"/>
            </a:lvl2pPr>
            <a:lvl3pPr marL="1371600" lvl="2" indent="-355600" algn="l" rtl="0">
              <a:lnSpc>
                <a:spcPct val="100000"/>
              </a:lnSpc>
              <a:spcBef>
                <a:spcPts val="400"/>
              </a:spcBef>
              <a:spcAft>
                <a:spcPts val="0"/>
              </a:spcAft>
              <a:buClr>
                <a:schemeClr val="dk1"/>
              </a:buClr>
              <a:buSzPts val="2000"/>
              <a:buChar char="•"/>
              <a:defRPr sz="2000"/>
            </a:lvl3pPr>
            <a:lvl4pPr marL="1828800" lvl="3" indent="-342900" algn="l" rtl="0">
              <a:lnSpc>
                <a:spcPct val="100000"/>
              </a:lnSpc>
              <a:spcBef>
                <a:spcPts val="360"/>
              </a:spcBef>
              <a:spcAft>
                <a:spcPts val="0"/>
              </a:spcAft>
              <a:buClr>
                <a:schemeClr val="dk1"/>
              </a:buClr>
              <a:buSzPts val="1800"/>
              <a:buChar char="–"/>
              <a:defRPr sz="1800"/>
            </a:lvl4pPr>
            <a:lvl5pPr marL="2286000" lvl="4" indent="-342900" algn="l" rtl="0">
              <a:lnSpc>
                <a:spcPct val="100000"/>
              </a:lnSpc>
              <a:spcBef>
                <a:spcPts val="360"/>
              </a:spcBef>
              <a:spcAft>
                <a:spcPts val="0"/>
              </a:spcAft>
              <a:buClr>
                <a:schemeClr val="dk1"/>
              </a:buClr>
              <a:buSzPts val="1800"/>
              <a:buChar char="»"/>
              <a:defRPr sz="1800"/>
            </a:lvl5pPr>
            <a:lvl6pPr marL="2743200" lvl="5" indent="-342900" algn="l" rtl="0">
              <a:lnSpc>
                <a:spcPct val="100000"/>
              </a:lnSpc>
              <a:spcBef>
                <a:spcPts val="360"/>
              </a:spcBef>
              <a:spcAft>
                <a:spcPts val="0"/>
              </a:spcAft>
              <a:buClr>
                <a:schemeClr val="dk1"/>
              </a:buClr>
              <a:buSzPts val="1800"/>
              <a:buChar char="•"/>
              <a:defRPr sz="1800"/>
            </a:lvl6pPr>
            <a:lvl7pPr marL="3200400" lvl="6" indent="-342900" algn="l" rtl="0">
              <a:lnSpc>
                <a:spcPct val="100000"/>
              </a:lnSpc>
              <a:spcBef>
                <a:spcPts val="360"/>
              </a:spcBef>
              <a:spcAft>
                <a:spcPts val="0"/>
              </a:spcAft>
              <a:buClr>
                <a:schemeClr val="dk1"/>
              </a:buClr>
              <a:buSzPts val="1800"/>
              <a:buChar char="•"/>
              <a:defRPr sz="1800"/>
            </a:lvl7pPr>
            <a:lvl8pPr marL="3657600" lvl="7" indent="-342900" algn="l" rtl="0">
              <a:lnSpc>
                <a:spcPct val="100000"/>
              </a:lnSpc>
              <a:spcBef>
                <a:spcPts val="360"/>
              </a:spcBef>
              <a:spcAft>
                <a:spcPts val="0"/>
              </a:spcAft>
              <a:buClr>
                <a:schemeClr val="dk1"/>
              </a:buClr>
              <a:buSzPts val="1800"/>
              <a:buChar char="•"/>
              <a:defRPr sz="1800"/>
            </a:lvl8pPr>
            <a:lvl9pPr marL="4114800" lvl="8" indent="-342900" algn="l" rtl="0">
              <a:lnSpc>
                <a:spcPct val="100000"/>
              </a:lnSpc>
              <a:spcBef>
                <a:spcPts val="360"/>
              </a:spcBef>
              <a:spcAft>
                <a:spcPts val="0"/>
              </a:spcAft>
              <a:buClr>
                <a:schemeClr val="dk1"/>
              </a:buClr>
              <a:buSzPts val="1800"/>
              <a:buChar char="•"/>
              <a:defRPr sz="1800"/>
            </a:lvl9pPr>
          </a:lstStyle>
          <a:p>
            <a:endParaRPr/>
          </a:p>
        </p:txBody>
      </p:sp>
      <p:sp>
        <p:nvSpPr>
          <p:cNvPr id="123" name="Google Shape;123;g265277b142a_0_338"/>
          <p:cNvSpPr txBox="1">
            <a:spLocks noGrp="1"/>
          </p:cNvSpPr>
          <p:nvPr>
            <p:ph type="body" idx="2"/>
          </p:nvPr>
        </p:nvSpPr>
        <p:spPr>
          <a:xfrm>
            <a:off x="4648200" y="1600200"/>
            <a:ext cx="4038600" cy="4526100"/>
          </a:xfrm>
          <a:prstGeom prst="rect">
            <a:avLst/>
          </a:prstGeom>
          <a:noFill/>
          <a:ln>
            <a:noFill/>
          </a:ln>
        </p:spPr>
        <p:txBody>
          <a:bodyPr spcFirstLastPara="1" wrap="square" lIns="91425" tIns="45700" rIns="91425" bIns="45700" anchor="t" anchorCtr="0">
            <a:normAutofit/>
          </a:bodyPr>
          <a:lstStyle>
            <a:lvl1pPr marL="457200" lvl="0" indent="-406400" algn="l" rtl="0">
              <a:lnSpc>
                <a:spcPct val="100000"/>
              </a:lnSpc>
              <a:spcBef>
                <a:spcPts val="560"/>
              </a:spcBef>
              <a:spcAft>
                <a:spcPts val="0"/>
              </a:spcAft>
              <a:buClr>
                <a:schemeClr val="dk1"/>
              </a:buClr>
              <a:buSzPts val="2800"/>
              <a:buChar char="•"/>
              <a:defRPr sz="2800"/>
            </a:lvl1pPr>
            <a:lvl2pPr marL="914400" lvl="1" indent="-381000" algn="l" rtl="0">
              <a:lnSpc>
                <a:spcPct val="100000"/>
              </a:lnSpc>
              <a:spcBef>
                <a:spcPts val="480"/>
              </a:spcBef>
              <a:spcAft>
                <a:spcPts val="0"/>
              </a:spcAft>
              <a:buClr>
                <a:schemeClr val="dk1"/>
              </a:buClr>
              <a:buSzPts val="2400"/>
              <a:buChar char="–"/>
              <a:defRPr sz="2400"/>
            </a:lvl2pPr>
            <a:lvl3pPr marL="1371600" lvl="2" indent="-355600" algn="l" rtl="0">
              <a:lnSpc>
                <a:spcPct val="100000"/>
              </a:lnSpc>
              <a:spcBef>
                <a:spcPts val="400"/>
              </a:spcBef>
              <a:spcAft>
                <a:spcPts val="0"/>
              </a:spcAft>
              <a:buClr>
                <a:schemeClr val="dk1"/>
              </a:buClr>
              <a:buSzPts val="2000"/>
              <a:buChar char="•"/>
              <a:defRPr sz="2000"/>
            </a:lvl3pPr>
            <a:lvl4pPr marL="1828800" lvl="3" indent="-342900" algn="l" rtl="0">
              <a:lnSpc>
                <a:spcPct val="100000"/>
              </a:lnSpc>
              <a:spcBef>
                <a:spcPts val="360"/>
              </a:spcBef>
              <a:spcAft>
                <a:spcPts val="0"/>
              </a:spcAft>
              <a:buClr>
                <a:schemeClr val="dk1"/>
              </a:buClr>
              <a:buSzPts val="1800"/>
              <a:buChar char="–"/>
              <a:defRPr sz="1800"/>
            </a:lvl4pPr>
            <a:lvl5pPr marL="2286000" lvl="4" indent="-342900" algn="l" rtl="0">
              <a:lnSpc>
                <a:spcPct val="100000"/>
              </a:lnSpc>
              <a:spcBef>
                <a:spcPts val="360"/>
              </a:spcBef>
              <a:spcAft>
                <a:spcPts val="0"/>
              </a:spcAft>
              <a:buClr>
                <a:schemeClr val="dk1"/>
              </a:buClr>
              <a:buSzPts val="1800"/>
              <a:buChar char="»"/>
              <a:defRPr sz="1800"/>
            </a:lvl5pPr>
            <a:lvl6pPr marL="2743200" lvl="5" indent="-342900" algn="l" rtl="0">
              <a:lnSpc>
                <a:spcPct val="100000"/>
              </a:lnSpc>
              <a:spcBef>
                <a:spcPts val="360"/>
              </a:spcBef>
              <a:spcAft>
                <a:spcPts val="0"/>
              </a:spcAft>
              <a:buClr>
                <a:schemeClr val="dk1"/>
              </a:buClr>
              <a:buSzPts val="1800"/>
              <a:buChar char="•"/>
              <a:defRPr sz="1800"/>
            </a:lvl6pPr>
            <a:lvl7pPr marL="3200400" lvl="6" indent="-342900" algn="l" rtl="0">
              <a:lnSpc>
                <a:spcPct val="100000"/>
              </a:lnSpc>
              <a:spcBef>
                <a:spcPts val="360"/>
              </a:spcBef>
              <a:spcAft>
                <a:spcPts val="0"/>
              </a:spcAft>
              <a:buClr>
                <a:schemeClr val="dk1"/>
              </a:buClr>
              <a:buSzPts val="1800"/>
              <a:buChar char="•"/>
              <a:defRPr sz="1800"/>
            </a:lvl7pPr>
            <a:lvl8pPr marL="3657600" lvl="7" indent="-342900" algn="l" rtl="0">
              <a:lnSpc>
                <a:spcPct val="100000"/>
              </a:lnSpc>
              <a:spcBef>
                <a:spcPts val="360"/>
              </a:spcBef>
              <a:spcAft>
                <a:spcPts val="0"/>
              </a:spcAft>
              <a:buClr>
                <a:schemeClr val="dk1"/>
              </a:buClr>
              <a:buSzPts val="1800"/>
              <a:buChar char="•"/>
              <a:defRPr sz="1800"/>
            </a:lvl8pPr>
            <a:lvl9pPr marL="4114800" lvl="8" indent="-342900" algn="l" rtl="0">
              <a:lnSpc>
                <a:spcPct val="100000"/>
              </a:lnSpc>
              <a:spcBef>
                <a:spcPts val="360"/>
              </a:spcBef>
              <a:spcAft>
                <a:spcPts val="0"/>
              </a:spcAft>
              <a:buClr>
                <a:schemeClr val="dk1"/>
              </a:buClr>
              <a:buSzPts val="1800"/>
              <a:buChar char="•"/>
              <a:defRPr sz="1800"/>
            </a:lvl9pPr>
          </a:lstStyle>
          <a:p>
            <a:endParaRPr/>
          </a:p>
        </p:txBody>
      </p:sp>
      <p:sp>
        <p:nvSpPr>
          <p:cNvPr id="124" name="Google Shape;124;g265277b142a_0_338"/>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25" name="Google Shape;125;g265277b142a_0_338"/>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26" name="Google Shape;126;g265277b142a_0_338"/>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27"/>
        <p:cNvGrpSpPr/>
        <p:nvPr/>
      </p:nvGrpSpPr>
      <p:grpSpPr>
        <a:xfrm>
          <a:off x="0" y="0"/>
          <a:ext cx="0" cy="0"/>
          <a:chOff x="0" y="0"/>
          <a:chExt cx="0" cy="0"/>
        </a:xfrm>
      </p:grpSpPr>
      <p:sp>
        <p:nvSpPr>
          <p:cNvPr id="128" name="Google Shape;128;g265277b142a_0_34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rtl="0">
              <a:lnSpc>
                <a:spcPct val="100000"/>
              </a:lnSpc>
              <a:spcBef>
                <a:spcPts val="0"/>
              </a:spcBef>
              <a:spcAft>
                <a:spcPts val="0"/>
              </a:spcAft>
              <a:buClr>
                <a:schemeClr val="dk1"/>
              </a:buClr>
              <a:buSzPts val="4400"/>
              <a:buFont typeface="Calibri"/>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29" name="Google Shape;129;g265277b142a_0_345"/>
          <p:cNvSpPr txBox="1">
            <a:spLocks noGrp="1"/>
          </p:cNvSpPr>
          <p:nvPr>
            <p:ph type="body" idx="1"/>
          </p:nvPr>
        </p:nvSpPr>
        <p:spPr>
          <a:xfrm>
            <a:off x="457200" y="1535113"/>
            <a:ext cx="4040100" cy="639900"/>
          </a:xfrm>
          <a:prstGeom prst="rect">
            <a:avLst/>
          </a:prstGeom>
          <a:noFill/>
          <a:ln>
            <a:noFill/>
          </a:ln>
        </p:spPr>
        <p:txBody>
          <a:bodyPr spcFirstLastPara="1" wrap="square" lIns="91425" tIns="45700" rIns="91425" bIns="45700" anchor="b" anchorCtr="0">
            <a:normAutofit/>
          </a:bodyPr>
          <a:lstStyle>
            <a:lvl1pPr marL="457200" lvl="0" indent="-228600" algn="l" rtl="0">
              <a:lnSpc>
                <a:spcPct val="100000"/>
              </a:lnSpc>
              <a:spcBef>
                <a:spcPts val="480"/>
              </a:spcBef>
              <a:spcAft>
                <a:spcPts val="0"/>
              </a:spcAft>
              <a:buClr>
                <a:schemeClr val="dk1"/>
              </a:buClr>
              <a:buSzPts val="2400"/>
              <a:buNone/>
              <a:defRPr sz="2400" b="1"/>
            </a:lvl1pPr>
            <a:lvl2pPr marL="914400" lvl="1" indent="-228600" algn="l" rtl="0">
              <a:lnSpc>
                <a:spcPct val="100000"/>
              </a:lnSpc>
              <a:spcBef>
                <a:spcPts val="400"/>
              </a:spcBef>
              <a:spcAft>
                <a:spcPts val="0"/>
              </a:spcAft>
              <a:buClr>
                <a:schemeClr val="dk1"/>
              </a:buClr>
              <a:buSzPts val="2000"/>
              <a:buNone/>
              <a:defRPr sz="2000" b="1"/>
            </a:lvl2pPr>
            <a:lvl3pPr marL="1371600" lvl="2" indent="-228600" algn="l" rtl="0">
              <a:lnSpc>
                <a:spcPct val="100000"/>
              </a:lnSpc>
              <a:spcBef>
                <a:spcPts val="360"/>
              </a:spcBef>
              <a:spcAft>
                <a:spcPts val="0"/>
              </a:spcAft>
              <a:buClr>
                <a:schemeClr val="dk1"/>
              </a:buClr>
              <a:buSzPts val="1800"/>
              <a:buNone/>
              <a:defRPr sz="1800" b="1"/>
            </a:lvl3pPr>
            <a:lvl4pPr marL="1828800" lvl="3" indent="-228600" algn="l" rtl="0">
              <a:lnSpc>
                <a:spcPct val="100000"/>
              </a:lnSpc>
              <a:spcBef>
                <a:spcPts val="320"/>
              </a:spcBef>
              <a:spcAft>
                <a:spcPts val="0"/>
              </a:spcAft>
              <a:buClr>
                <a:schemeClr val="dk1"/>
              </a:buClr>
              <a:buSzPts val="1600"/>
              <a:buNone/>
              <a:defRPr sz="1600" b="1"/>
            </a:lvl4pPr>
            <a:lvl5pPr marL="2286000" lvl="4" indent="-228600" algn="l" rtl="0">
              <a:lnSpc>
                <a:spcPct val="100000"/>
              </a:lnSpc>
              <a:spcBef>
                <a:spcPts val="320"/>
              </a:spcBef>
              <a:spcAft>
                <a:spcPts val="0"/>
              </a:spcAft>
              <a:buClr>
                <a:schemeClr val="dk1"/>
              </a:buClr>
              <a:buSzPts val="1600"/>
              <a:buNone/>
              <a:defRPr sz="1600" b="1"/>
            </a:lvl5pPr>
            <a:lvl6pPr marL="2743200" lvl="5" indent="-228600" algn="l" rtl="0">
              <a:lnSpc>
                <a:spcPct val="100000"/>
              </a:lnSpc>
              <a:spcBef>
                <a:spcPts val="320"/>
              </a:spcBef>
              <a:spcAft>
                <a:spcPts val="0"/>
              </a:spcAft>
              <a:buClr>
                <a:schemeClr val="dk1"/>
              </a:buClr>
              <a:buSzPts val="1600"/>
              <a:buNone/>
              <a:defRPr sz="1600" b="1"/>
            </a:lvl6pPr>
            <a:lvl7pPr marL="3200400" lvl="6" indent="-228600" algn="l" rtl="0">
              <a:lnSpc>
                <a:spcPct val="100000"/>
              </a:lnSpc>
              <a:spcBef>
                <a:spcPts val="320"/>
              </a:spcBef>
              <a:spcAft>
                <a:spcPts val="0"/>
              </a:spcAft>
              <a:buClr>
                <a:schemeClr val="dk1"/>
              </a:buClr>
              <a:buSzPts val="1600"/>
              <a:buNone/>
              <a:defRPr sz="1600" b="1"/>
            </a:lvl7pPr>
            <a:lvl8pPr marL="3657600" lvl="7" indent="-228600" algn="l" rtl="0">
              <a:lnSpc>
                <a:spcPct val="100000"/>
              </a:lnSpc>
              <a:spcBef>
                <a:spcPts val="320"/>
              </a:spcBef>
              <a:spcAft>
                <a:spcPts val="0"/>
              </a:spcAft>
              <a:buClr>
                <a:schemeClr val="dk1"/>
              </a:buClr>
              <a:buSzPts val="1600"/>
              <a:buNone/>
              <a:defRPr sz="1600" b="1"/>
            </a:lvl8pPr>
            <a:lvl9pPr marL="4114800" lvl="8" indent="-228600" algn="l" rtl="0">
              <a:lnSpc>
                <a:spcPct val="100000"/>
              </a:lnSpc>
              <a:spcBef>
                <a:spcPts val="320"/>
              </a:spcBef>
              <a:spcAft>
                <a:spcPts val="0"/>
              </a:spcAft>
              <a:buClr>
                <a:schemeClr val="dk1"/>
              </a:buClr>
              <a:buSzPts val="1600"/>
              <a:buNone/>
              <a:defRPr sz="1600" b="1"/>
            </a:lvl9pPr>
          </a:lstStyle>
          <a:p>
            <a:endParaRPr/>
          </a:p>
        </p:txBody>
      </p:sp>
      <p:sp>
        <p:nvSpPr>
          <p:cNvPr id="130" name="Google Shape;130;g265277b142a_0_345"/>
          <p:cNvSpPr txBox="1">
            <a:spLocks noGrp="1"/>
          </p:cNvSpPr>
          <p:nvPr>
            <p:ph type="body" idx="2"/>
          </p:nvPr>
        </p:nvSpPr>
        <p:spPr>
          <a:xfrm>
            <a:off x="457200" y="2174875"/>
            <a:ext cx="4040100" cy="3951300"/>
          </a:xfrm>
          <a:prstGeom prst="rect">
            <a:avLst/>
          </a:prstGeom>
          <a:noFill/>
          <a:ln>
            <a:noFill/>
          </a:ln>
        </p:spPr>
        <p:txBody>
          <a:bodyPr spcFirstLastPara="1" wrap="square" lIns="91425" tIns="45700" rIns="91425" bIns="45700" anchor="t" anchorCtr="0">
            <a:normAutofit/>
          </a:bodyPr>
          <a:lstStyle>
            <a:lvl1pPr marL="457200" lvl="0" indent="-381000" algn="l" rtl="0">
              <a:lnSpc>
                <a:spcPct val="100000"/>
              </a:lnSpc>
              <a:spcBef>
                <a:spcPts val="480"/>
              </a:spcBef>
              <a:spcAft>
                <a:spcPts val="0"/>
              </a:spcAft>
              <a:buClr>
                <a:schemeClr val="dk1"/>
              </a:buClr>
              <a:buSzPts val="2400"/>
              <a:buChar char="•"/>
              <a:defRPr sz="2400"/>
            </a:lvl1pPr>
            <a:lvl2pPr marL="914400" lvl="1" indent="-355600" algn="l" rtl="0">
              <a:lnSpc>
                <a:spcPct val="100000"/>
              </a:lnSpc>
              <a:spcBef>
                <a:spcPts val="400"/>
              </a:spcBef>
              <a:spcAft>
                <a:spcPts val="0"/>
              </a:spcAft>
              <a:buClr>
                <a:schemeClr val="dk1"/>
              </a:buClr>
              <a:buSzPts val="2000"/>
              <a:buChar char="–"/>
              <a:defRPr sz="2000"/>
            </a:lvl2pPr>
            <a:lvl3pPr marL="1371600" lvl="2" indent="-342900" algn="l" rtl="0">
              <a:lnSpc>
                <a:spcPct val="100000"/>
              </a:lnSpc>
              <a:spcBef>
                <a:spcPts val="360"/>
              </a:spcBef>
              <a:spcAft>
                <a:spcPts val="0"/>
              </a:spcAft>
              <a:buClr>
                <a:schemeClr val="dk1"/>
              </a:buClr>
              <a:buSzPts val="1800"/>
              <a:buChar char="•"/>
              <a:defRPr sz="1800"/>
            </a:lvl3pPr>
            <a:lvl4pPr marL="1828800" lvl="3" indent="-330200" algn="l" rtl="0">
              <a:lnSpc>
                <a:spcPct val="100000"/>
              </a:lnSpc>
              <a:spcBef>
                <a:spcPts val="320"/>
              </a:spcBef>
              <a:spcAft>
                <a:spcPts val="0"/>
              </a:spcAft>
              <a:buClr>
                <a:schemeClr val="dk1"/>
              </a:buClr>
              <a:buSzPts val="1600"/>
              <a:buChar char="–"/>
              <a:defRPr sz="1600"/>
            </a:lvl4pPr>
            <a:lvl5pPr marL="2286000" lvl="4" indent="-330200" algn="l" rtl="0">
              <a:lnSpc>
                <a:spcPct val="100000"/>
              </a:lnSpc>
              <a:spcBef>
                <a:spcPts val="320"/>
              </a:spcBef>
              <a:spcAft>
                <a:spcPts val="0"/>
              </a:spcAft>
              <a:buClr>
                <a:schemeClr val="dk1"/>
              </a:buClr>
              <a:buSzPts val="1600"/>
              <a:buChar char="»"/>
              <a:defRPr sz="1600"/>
            </a:lvl5pPr>
            <a:lvl6pPr marL="2743200" lvl="5" indent="-330200" algn="l" rtl="0">
              <a:lnSpc>
                <a:spcPct val="100000"/>
              </a:lnSpc>
              <a:spcBef>
                <a:spcPts val="320"/>
              </a:spcBef>
              <a:spcAft>
                <a:spcPts val="0"/>
              </a:spcAft>
              <a:buClr>
                <a:schemeClr val="dk1"/>
              </a:buClr>
              <a:buSzPts val="1600"/>
              <a:buChar char="•"/>
              <a:defRPr sz="1600"/>
            </a:lvl6pPr>
            <a:lvl7pPr marL="3200400" lvl="6" indent="-330200" algn="l" rtl="0">
              <a:lnSpc>
                <a:spcPct val="100000"/>
              </a:lnSpc>
              <a:spcBef>
                <a:spcPts val="320"/>
              </a:spcBef>
              <a:spcAft>
                <a:spcPts val="0"/>
              </a:spcAft>
              <a:buClr>
                <a:schemeClr val="dk1"/>
              </a:buClr>
              <a:buSzPts val="1600"/>
              <a:buChar char="•"/>
              <a:defRPr sz="1600"/>
            </a:lvl7pPr>
            <a:lvl8pPr marL="3657600" lvl="7" indent="-330200" algn="l" rtl="0">
              <a:lnSpc>
                <a:spcPct val="100000"/>
              </a:lnSpc>
              <a:spcBef>
                <a:spcPts val="320"/>
              </a:spcBef>
              <a:spcAft>
                <a:spcPts val="0"/>
              </a:spcAft>
              <a:buClr>
                <a:schemeClr val="dk1"/>
              </a:buClr>
              <a:buSzPts val="1600"/>
              <a:buChar char="•"/>
              <a:defRPr sz="1600"/>
            </a:lvl8pPr>
            <a:lvl9pPr marL="4114800" lvl="8" indent="-330200" algn="l" rtl="0">
              <a:lnSpc>
                <a:spcPct val="100000"/>
              </a:lnSpc>
              <a:spcBef>
                <a:spcPts val="320"/>
              </a:spcBef>
              <a:spcAft>
                <a:spcPts val="0"/>
              </a:spcAft>
              <a:buClr>
                <a:schemeClr val="dk1"/>
              </a:buClr>
              <a:buSzPts val="1600"/>
              <a:buChar char="•"/>
              <a:defRPr sz="1600"/>
            </a:lvl9pPr>
          </a:lstStyle>
          <a:p>
            <a:endParaRPr/>
          </a:p>
        </p:txBody>
      </p:sp>
      <p:sp>
        <p:nvSpPr>
          <p:cNvPr id="131" name="Google Shape;131;g265277b142a_0_345"/>
          <p:cNvSpPr txBox="1">
            <a:spLocks noGrp="1"/>
          </p:cNvSpPr>
          <p:nvPr>
            <p:ph type="body" idx="3"/>
          </p:nvPr>
        </p:nvSpPr>
        <p:spPr>
          <a:xfrm>
            <a:off x="4645025" y="1535113"/>
            <a:ext cx="4041900" cy="639900"/>
          </a:xfrm>
          <a:prstGeom prst="rect">
            <a:avLst/>
          </a:prstGeom>
          <a:noFill/>
          <a:ln>
            <a:noFill/>
          </a:ln>
        </p:spPr>
        <p:txBody>
          <a:bodyPr spcFirstLastPara="1" wrap="square" lIns="91425" tIns="45700" rIns="91425" bIns="45700" anchor="b" anchorCtr="0">
            <a:normAutofit/>
          </a:bodyPr>
          <a:lstStyle>
            <a:lvl1pPr marL="457200" lvl="0" indent="-228600" algn="l" rtl="0">
              <a:lnSpc>
                <a:spcPct val="100000"/>
              </a:lnSpc>
              <a:spcBef>
                <a:spcPts val="480"/>
              </a:spcBef>
              <a:spcAft>
                <a:spcPts val="0"/>
              </a:spcAft>
              <a:buClr>
                <a:schemeClr val="dk1"/>
              </a:buClr>
              <a:buSzPts val="2400"/>
              <a:buNone/>
              <a:defRPr sz="2400" b="1"/>
            </a:lvl1pPr>
            <a:lvl2pPr marL="914400" lvl="1" indent="-228600" algn="l" rtl="0">
              <a:lnSpc>
                <a:spcPct val="100000"/>
              </a:lnSpc>
              <a:spcBef>
                <a:spcPts val="400"/>
              </a:spcBef>
              <a:spcAft>
                <a:spcPts val="0"/>
              </a:spcAft>
              <a:buClr>
                <a:schemeClr val="dk1"/>
              </a:buClr>
              <a:buSzPts val="2000"/>
              <a:buNone/>
              <a:defRPr sz="2000" b="1"/>
            </a:lvl2pPr>
            <a:lvl3pPr marL="1371600" lvl="2" indent="-228600" algn="l" rtl="0">
              <a:lnSpc>
                <a:spcPct val="100000"/>
              </a:lnSpc>
              <a:spcBef>
                <a:spcPts val="360"/>
              </a:spcBef>
              <a:spcAft>
                <a:spcPts val="0"/>
              </a:spcAft>
              <a:buClr>
                <a:schemeClr val="dk1"/>
              </a:buClr>
              <a:buSzPts val="1800"/>
              <a:buNone/>
              <a:defRPr sz="1800" b="1"/>
            </a:lvl3pPr>
            <a:lvl4pPr marL="1828800" lvl="3" indent="-228600" algn="l" rtl="0">
              <a:lnSpc>
                <a:spcPct val="100000"/>
              </a:lnSpc>
              <a:spcBef>
                <a:spcPts val="320"/>
              </a:spcBef>
              <a:spcAft>
                <a:spcPts val="0"/>
              </a:spcAft>
              <a:buClr>
                <a:schemeClr val="dk1"/>
              </a:buClr>
              <a:buSzPts val="1600"/>
              <a:buNone/>
              <a:defRPr sz="1600" b="1"/>
            </a:lvl4pPr>
            <a:lvl5pPr marL="2286000" lvl="4" indent="-228600" algn="l" rtl="0">
              <a:lnSpc>
                <a:spcPct val="100000"/>
              </a:lnSpc>
              <a:spcBef>
                <a:spcPts val="320"/>
              </a:spcBef>
              <a:spcAft>
                <a:spcPts val="0"/>
              </a:spcAft>
              <a:buClr>
                <a:schemeClr val="dk1"/>
              </a:buClr>
              <a:buSzPts val="1600"/>
              <a:buNone/>
              <a:defRPr sz="1600" b="1"/>
            </a:lvl5pPr>
            <a:lvl6pPr marL="2743200" lvl="5" indent="-228600" algn="l" rtl="0">
              <a:lnSpc>
                <a:spcPct val="100000"/>
              </a:lnSpc>
              <a:spcBef>
                <a:spcPts val="320"/>
              </a:spcBef>
              <a:spcAft>
                <a:spcPts val="0"/>
              </a:spcAft>
              <a:buClr>
                <a:schemeClr val="dk1"/>
              </a:buClr>
              <a:buSzPts val="1600"/>
              <a:buNone/>
              <a:defRPr sz="1600" b="1"/>
            </a:lvl6pPr>
            <a:lvl7pPr marL="3200400" lvl="6" indent="-228600" algn="l" rtl="0">
              <a:lnSpc>
                <a:spcPct val="100000"/>
              </a:lnSpc>
              <a:spcBef>
                <a:spcPts val="320"/>
              </a:spcBef>
              <a:spcAft>
                <a:spcPts val="0"/>
              </a:spcAft>
              <a:buClr>
                <a:schemeClr val="dk1"/>
              </a:buClr>
              <a:buSzPts val="1600"/>
              <a:buNone/>
              <a:defRPr sz="1600" b="1"/>
            </a:lvl7pPr>
            <a:lvl8pPr marL="3657600" lvl="7" indent="-228600" algn="l" rtl="0">
              <a:lnSpc>
                <a:spcPct val="100000"/>
              </a:lnSpc>
              <a:spcBef>
                <a:spcPts val="320"/>
              </a:spcBef>
              <a:spcAft>
                <a:spcPts val="0"/>
              </a:spcAft>
              <a:buClr>
                <a:schemeClr val="dk1"/>
              </a:buClr>
              <a:buSzPts val="1600"/>
              <a:buNone/>
              <a:defRPr sz="1600" b="1"/>
            </a:lvl8pPr>
            <a:lvl9pPr marL="4114800" lvl="8" indent="-228600" algn="l" rtl="0">
              <a:lnSpc>
                <a:spcPct val="100000"/>
              </a:lnSpc>
              <a:spcBef>
                <a:spcPts val="320"/>
              </a:spcBef>
              <a:spcAft>
                <a:spcPts val="0"/>
              </a:spcAft>
              <a:buClr>
                <a:schemeClr val="dk1"/>
              </a:buClr>
              <a:buSzPts val="1600"/>
              <a:buNone/>
              <a:defRPr sz="1600" b="1"/>
            </a:lvl9pPr>
          </a:lstStyle>
          <a:p>
            <a:endParaRPr/>
          </a:p>
        </p:txBody>
      </p:sp>
      <p:sp>
        <p:nvSpPr>
          <p:cNvPr id="132" name="Google Shape;132;g265277b142a_0_345"/>
          <p:cNvSpPr txBox="1">
            <a:spLocks noGrp="1"/>
          </p:cNvSpPr>
          <p:nvPr>
            <p:ph type="body" idx="4"/>
          </p:nvPr>
        </p:nvSpPr>
        <p:spPr>
          <a:xfrm>
            <a:off x="4645025" y="2174875"/>
            <a:ext cx="4041900" cy="3951300"/>
          </a:xfrm>
          <a:prstGeom prst="rect">
            <a:avLst/>
          </a:prstGeom>
          <a:noFill/>
          <a:ln>
            <a:noFill/>
          </a:ln>
        </p:spPr>
        <p:txBody>
          <a:bodyPr spcFirstLastPara="1" wrap="square" lIns="91425" tIns="45700" rIns="91425" bIns="45700" anchor="t" anchorCtr="0">
            <a:normAutofit/>
          </a:bodyPr>
          <a:lstStyle>
            <a:lvl1pPr marL="457200" lvl="0" indent="-381000" algn="l" rtl="0">
              <a:lnSpc>
                <a:spcPct val="100000"/>
              </a:lnSpc>
              <a:spcBef>
                <a:spcPts val="480"/>
              </a:spcBef>
              <a:spcAft>
                <a:spcPts val="0"/>
              </a:spcAft>
              <a:buClr>
                <a:schemeClr val="dk1"/>
              </a:buClr>
              <a:buSzPts val="2400"/>
              <a:buChar char="•"/>
              <a:defRPr sz="2400"/>
            </a:lvl1pPr>
            <a:lvl2pPr marL="914400" lvl="1" indent="-355600" algn="l" rtl="0">
              <a:lnSpc>
                <a:spcPct val="100000"/>
              </a:lnSpc>
              <a:spcBef>
                <a:spcPts val="400"/>
              </a:spcBef>
              <a:spcAft>
                <a:spcPts val="0"/>
              </a:spcAft>
              <a:buClr>
                <a:schemeClr val="dk1"/>
              </a:buClr>
              <a:buSzPts val="2000"/>
              <a:buChar char="–"/>
              <a:defRPr sz="2000"/>
            </a:lvl2pPr>
            <a:lvl3pPr marL="1371600" lvl="2" indent="-342900" algn="l" rtl="0">
              <a:lnSpc>
                <a:spcPct val="100000"/>
              </a:lnSpc>
              <a:spcBef>
                <a:spcPts val="360"/>
              </a:spcBef>
              <a:spcAft>
                <a:spcPts val="0"/>
              </a:spcAft>
              <a:buClr>
                <a:schemeClr val="dk1"/>
              </a:buClr>
              <a:buSzPts val="1800"/>
              <a:buChar char="•"/>
              <a:defRPr sz="1800"/>
            </a:lvl3pPr>
            <a:lvl4pPr marL="1828800" lvl="3" indent="-330200" algn="l" rtl="0">
              <a:lnSpc>
                <a:spcPct val="100000"/>
              </a:lnSpc>
              <a:spcBef>
                <a:spcPts val="320"/>
              </a:spcBef>
              <a:spcAft>
                <a:spcPts val="0"/>
              </a:spcAft>
              <a:buClr>
                <a:schemeClr val="dk1"/>
              </a:buClr>
              <a:buSzPts val="1600"/>
              <a:buChar char="–"/>
              <a:defRPr sz="1600"/>
            </a:lvl4pPr>
            <a:lvl5pPr marL="2286000" lvl="4" indent="-330200" algn="l" rtl="0">
              <a:lnSpc>
                <a:spcPct val="100000"/>
              </a:lnSpc>
              <a:spcBef>
                <a:spcPts val="320"/>
              </a:spcBef>
              <a:spcAft>
                <a:spcPts val="0"/>
              </a:spcAft>
              <a:buClr>
                <a:schemeClr val="dk1"/>
              </a:buClr>
              <a:buSzPts val="1600"/>
              <a:buChar char="»"/>
              <a:defRPr sz="1600"/>
            </a:lvl5pPr>
            <a:lvl6pPr marL="2743200" lvl="5" indent="-330200" algn="l" rtl="0">
              <a:lnSpc>
                <a:spcPct val="100000"/>
              </a:lnSpc>
              <a:spcBef>
                <a:spcPts val="320"/>
              </a:spcBef>
              <a:spcAft>
                <a:spcPts val="0"/>
              </a:spcAft>
              <a:buClr>
                <a:schemeClr val="dk1"/>
              </a:buClr>
              <a:buSzPts val="1600"/>
              <a:buChar char="•"/>
              <a:defRPr sz="1600"/>
            </a:lvl6pPr>
            <a:lvl7pPr marL="3200400" lvl="6" indent="-330200" algn="l" rtl="0">
              <a:lnSpc>
                <a:spcPct val="100000"/>
              </a:lnSpc>
              <a:spcBef>
                <a:spcPts val="320"/>
              </a:spcBef>
              <a:spcAft>
                <a:spcPts val="0"/>
              </a:spcAft>
              <a:buClr>
                <a:schemeClr val="dk1"/>
              </a:buClr>
              <a:buSzPts val="1600"/>
              <a:buChar char="•"/>
              <a:defRPr sz="1600"/>
            </a:lvl7pPr>
            <a:lvl8pPr marL="3657600" lvl="7" indent="-330200" algn="l" rtl="0">
              <a:lnSpc>
                <a:spcPct val="100000"/>
              </a:lnSpc>
              <a:spcBef>
                <a:spcPts val="320"/>
              </a:spcBef>
              <a:spcAft>
                <a:spcPts val="0"/>
              </a:spcAft>
              <a:buClr>
                <a:schemeClr val="dk1"/>
              </a:buClr>
              <a:buSzPts val="1600"/>
              <a:buChar char="•"/>
              <a:defRPr sz="1600"/>
            </a:lvl8pPr>
            <a:lvl9pPr marL="4114800" lvl="8" indent="-330200" algn="l" rtl="0">
              <a:lnSpc>
                <a:spcPct val="100000"/>
              </a:lnSpc>
              <a:spcBef>
                <a:spcPts val="320"/>
              </a:spcBef>
              <a:spcAft>
                <a:spcPts val="0"/>
              </a:spcAft>
              <a:buClr>
                <a:schemeClr val="dk1"/>
              </a:buClr>
              <a:buSzPts val="1600"/>
              <a:buChar char="•"/>
              <a:defRPr sz="1600"/>
            </a:lvl9pPr>
          </a:lstStyle>
          <a:p>
            <a:endParaRPr/>
          </a:p>
        </p:txBody>
      </p:sp>
      <p:sp>
        <p:nvSpPr>
          <p:cNvPr id="133" name="Google Shape;133;g265277b142a_0_345"/>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34" name="Google Shape;134;g265277b142a_0_345"/>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35" name="Google Shape;135;g265277b142a_0_345"/>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36"/>
        <p:cNvGrpSpPr/>
        <p:nvPr/>
      </p:nvGrpSpPr>
      <p:grpSpPr>
        <a:xfrm>
          <a:off x="0" y="0"/>
          <a:ext cx="0" cy="0"/>
          <a:chOff x="0" y="0"/>
          <a:chExt cx="0" cy="0"/>
        </a:xfrm>
      </p:grpSpPr>
      <p:sp>
        <p:nvSpPr>
          <p:cNvPr id="137" name="Google Shape;137;g265277b142a_0_35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rtl="0">
              <a:lnSpc>
                <a:spcPct val="100000"/>
              </a:lnSpc>
              <a:spcBef>
                <a:spcPts val="0"/>
              </a:spcBef>
              <a:spcAft>
                <a:spcPts val="0"/>
              </a:spcAft>
              <a:buClr>
                <a:schemeClr val="dk1"/>
              </a:buClr>
              <a:buSzPts val="18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38" name="Google Shape;138;g265277b142a_0_354"/>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39" name="Google Shape;139;g265277b142a_0_354"/>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40" name="Google Shape;140;g265277b142a_0_354"/>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41"/>
        <p:cNvGrpSpPr/>
        <p:nvPr/>
      </p:nvGrpSpPr>
      <p:grpSpPr>
        <a:xfrm>
          <a:off x="0" y="0"/>
          <a:ext cx="0" cy="0"/>
          <a:chOff x="0" y="0"/>
          <a:chExt cx="0" cy="0"/>
        </a:xfrm>
      </p:grpSpPr>
      <p:sp>
        <p:nvSpPr>
          <p:cNvPr id="142" name="Google Shape;142;g265277b142a_0_359"/>
          <p:cNvSpPr txBox="1">
            <a:spLocks noGrp="1"/>
          </p:cNvSpPr>
          <p:nvPr>
            <p:ph type="title"/>
          </p:nvPr>
        </p:nvSpPr>
        <p:spPr>
          <a:xfrm>
            <a:off x="457200" y="273050"/>
            <a:ext cx="3008400" cy="1162200"/>
          </a:xfrm>
          <a:prstGeom prst="rect">
            <a:avLst/>
          </a:prstGeom>
          <a:noFill/>
          <a:ln>
            <a:noFill/>
          </a:ln>
        </p:spPr>
        <p:txBody>
          <a:bodyPr spcFirstLastPara="1" wrap="square" lIns="91425" tIns="45700" rIns="91425" bIns="45700" anchor="b" anchorCtr="0">
            <a:normAutofit/>
          </a:bodyPr>
          <a:lstStyle>
            <a:lvl1pPr lvl="0" algn="l" rtl="0">
              <a:lnSpc>
                <a:spcPct val="100000"/>
              </a:lnSpc>
              <a:spcBef>
                <a:spcPts val="0"/>
              </a:spcBef>
              <a:spcAft>
                <a:spcPts val="0"/>
              </a:spcAft>
              <a:buClr>
                <a:schemeClr val="dk1"/>
              </a:buClr>
              <a:buSzPts val="2000"/>
              <a:buFont typeface="Calibri"/>
              <a:buNone/>
              <a:defRPr sz="2000" b="1"/>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43" name="Google Shape;143;g265277b142a_0_359"/>
          <p:cNvSpPr txBox="1">
            <a:spLocks noGrp="1"/>
          </p:cNvSpPr>
          <p:nvPr>
            <p:ph type="body" idx="1"/>
          </p:nvPr>
        </p:nvSpPr>
        <p:spPr>
          <a:xfrm>
            <a:off x="3575050" y="273050"/>
            <a:ext cx="5111700" cy="5853000"/>
          </a:xfrm>
          <a:prstGeom prst="rect">
            <a:avLst/>
          </a:prstGeom>
          <a:noFill/>
          <a:ln>
            <a:noFill/>
          </a:ln>
        </p:spPr>
        <p:txBody>
          <a:bodyPr spcFirstLastPara="1" wrap="square" lIns="91425" tIns="45700" rIns="91425" bIns="45700" anchor="t" anchorCtr="0">
            <a:normAutofit/>
          </a:bodyPr>
          <a:lstStyle>
            <a:lvl1pPr marL="457200" lvl="0" indent="-431800" algn="l" rtl="0">
              <a:lnSpc>
                <a:spcPct val="100000"/>
              </a:lnSpc>
              <a:spcBef>
                <a:spcPts val="640"/>
              </a:spcBef>
              <a:spcAft>
                <a:spcPts val="0"/>
              </a:spcAft>
              <a:buClr>
                <a:schemeClr val="dk1"/>
              </a:buClr>
              <a:buSzPts val="3200"/>
              <a:buChar char="•"/>
              <a:defRPr sz="3200"/>
            </a:lvl1pPr>
            <a:lvl2pPr marL="914400" lvl="1" indent="-406400" algn="l" rtl="0">
              <a:lnSpc>
                <a:spcPct val="100000"/>
              </a:lnSpc>
              <a:spcBef>
                <a:spcPts val="560"/>
              </a:spcBef>
              <a:spcAft>
                <a:spcPts val="0"/>
              </a:spcAft>
              <a:buClr>
                <a:schemeClr val="dk1"/>
              </a:buClr>
              <a:buSzPts val="2800"/>
              <a:buChar char="–"/>
              <a:defRPr sz="2800"/>
            </a:lvl2pPr>
            <a:lvl3pPr marL="1371600" lvl="2" indent="-381000" algn="l" rtl="0">
              <a:lnSpc>
                <a:spcPct val="100000"/>
              </a:lnSpc>
              <a:spcBef>
                <a:spcPts val="480"/>
              </a:spcBef>
              <a:spcAft>
                <a:spcPts val="0"/>
              </a:spcAft>
              <a:buClr>
                <a:schemeClr val="dk1"/>
              </a:buClr>
              <a:buSzPts val="2400"/>
              <a:buChar char="•"/>
              <a:defRPr sz="2400"/>
            </a:lvl3pPr>
            <a:lvl4pPr marL="1828800" lvl="3" indent="-355600" algn="l" rtl="0">
              <a:lnSpc>
                <a:spcPct val="100000"/>
              </a:lnSpc>
              <a:spcBef>
                <a:spcPts val="400"/>
              </a:spcBef>
              <a:spcAft>
                <a:spcPts val="0"/>
              </a:spcAft>
              <a:buClr>
                <a:schemeClr val="dk1"/>
              </a:buClr>
              <a:buSzPts val="2000"/>
              <a:buChar char="–"/>
              <a:defRPr sz="2000"/>
            </a:lvl4pPr>
            <a:lvl5pPr marL="2286000" lvl="4" indent="-355600" algn="l" rtl="0">
              <a:lnSpc>
                <a:spcPct val="100000"/>
              </a:lnSpc>
              <a:spcBef>
                <a:spcPts val="400"/>
              </a:spcBef>
              <a:spcAft>
                <a:spcPts val="0"/>
              </a:spcAft>
              <a:buClr>
                <a:schemeClr val="dk1"/>
              </a:buClr>
              <a:buSzPts val="2000"/>
              <a:buChar char="»"/>
              <a:defRPr sz="2000"/>
            </a:lvl5pPr>
            <a:lvl6pPr marL="2743200" lvl="5" indent="-355600" algn="l" rtl="0">
              <a:lnSpc>
                <a:spcPct val="100000"/>
              </a:lnSpc>
              <a:spcBef>
                <a:spcPts val="400"/>
              </a:spcBef>
              <a:spcAft>
                <a:spcPts val="0"/>
              </a:spcAft>
              <a:buClr>
                <a:schemeClr val="dk1"/>
              </a:buClr>
              <a:buSzPts val="2000"/>
              <a:buChar char="•"/>
              <a:defRPr sz="2000"/>
            </a:lvl6pPr>
            <a:lvl7pPr marL="3200400" lvl="6" indent="-355600" algn="l" rtl="0">
              <a:lnSpc>
                <a:spcPct val="100000"/>
              </a:lnSpc>
              <a:spcBef>
                <a:spcPts val="400"/>
              </a:spcBef>
              <a:spcAft>
                <a:spcPts val="0"/>
              </a:spcAft>
              <a:buClr>
                <a:schemeClr val="dk1"/>
              </a:buClr>
              <a:buSzPts val="2000"/>
              <a:buChar char="•"/>
              <a:defRPr sz="2000"/>
            </a:lvl7pPr>
            <a:lvl8pPr marL="3657600" lvl="7" indent="-355600" algn="l" rtl="0">
              <a:lnSpc>
                <a:spcPct val="100000"/>
              </a:lnSpc>
              <a:spcBef>
                <a:spcPts val="400"/>
              </a:spcBef>
              <a:spcAft>
                <a:spcPts val="0"/>
              </a:spcAft>
              <a:buClr>
                <a:schemeClr val="dk1"/>
              </a:buClr>
              <a:buSzPts val="2000"/>
              <a:buChar char="•"/>
              <a:defRPr sz="2000"/>
            </a:lvl8pPr>
            <a:lvl9pPr marL="4114800" lvl="8" indent="-355600" algn="l" rtl="0">
              <a:lnSpc>
                <a:spcPct val="100000"/>
              </a:lnSpc>
              <a:spcBef>
                <a:spcPts val="400"/>
              </a:spcBef>
              <a:spcAft>
                <a:spcPts val="0"/>
              </a:spcAft>
              <a:buClr>
                <a:schemeClr val="dk1"/>
              </a:buClr>
              <a:buSzPts val="2000"/>
              <a:buChar char="•"/>
              <a:defRPr sz="2000"/>
            </a:lvl9pPr>
          </a:lstStyle>
          <a:p>
            <a:endParaRPr/>
          </a:p>
        </p:txBody>
      </p:sp>
      <p:sp>
        <p:nvSpPr>
          <p:cNvPr id="144" name="Google Shape;144;g265277b142a_0_359"/>
          <p:cNvSpPr txBox="1">
            <a:spLocks noGrp="1"/>
          </p:cNvSpPr>
          <p:nvPr>
            <p:ph type="body" idx="2"/>
          </p:nvPr>
        </p:nvSpPr>
        <p:spPr>
          <a:xfrm>
            <a:off x="457200" y="1435100"/>
            <a:ext cx="3008400" cy="4691100"/>
          </a:xfrm>
          <a:prstGeom prst="rect">
            <a:avLst/>
          </a:prstGeom>
          <a:noFill/>
          <a:ln>
            <a:noFill/>
          </a:ln>
        </p:spPr>
        <p:txBody>
          <a:bodyPr spcFirstLastPara="1" wrap="square" lIns="91425" tIns="45700" rIns="91425" bIns="45700" anchor="t" anchorCtr="0">
            <a:normAutofit/>
          </a:bodyPr>
          <a:lstStyle>
            <a:lvl1pPr marL="457200" lvl="0" indent="-228600" algn="l" rtl="0">
              <a:lnSpc>
                <a:spcPct val="100000"/>
              </a:lnSpc>
              <a:spcBef>
                <a:spcPts val="280"/>
              </a:spcBef>
              <a:spcAft>
                <a:spcPts val="0"/>
              </a:spcAft>
              <a:buClr>
                <a:schemeClr val="dk1"/>
              </a:buClr>
              <a:buSzPts val="1400"/>
              <a:buNone/>
              <a:defRPr sz="1400"/>
            </a:lvl1pPr>
            <a:lvl2pPr marL="914400" lvl="1" indent="-228600" algn="l" rtl="0">
              <a:lnSpc>
                <a:spcPct val="100000"/>
              </a:lnSpc>
              <a:spcBef>
                <a:spcPts val="240"/>
              </a:spcBef>
              <a:spcAft>
                <a:spcPts val="0"/>
              </a:spcAft>
              <a:buClr>
                <a:schemeClr val="dk1"/>
              </a:buClr>
              <a:buSzPts val="1200"/>
              <a:buNone/>
              <a:defRPr sz="1200"/>
            </a:lvl2pPr>
            <a:lvl3pPr marL="1371600" lvl="2" indent="-228600" algn="l" rtl="0">
              <a:lnSpc>
                <a:spcPct val="100000"/>
              </a:lnSpc>
              <a:spcBef>
                <a:spcPts val="200"/>
              </a:spcBef>
              <a:spcAft>
                <a:spcPts val="0"/>
              </a:spcAft>
              <a:buClr>
                <a:schemeClr val="dk1"/>
              </a:buClr>
              <a:buSzPts val="1000"/>
              <a:buNone/>
              <a:defRPr sz="1000"/>
            </a:lvl3pPr>
            <a:lvl4pPr marL="1828800" lvl="3" indent="-228600" algn="l" rtl="0">
              <a:lnSpc>
                <a:spcPct val="100000"/>
              </a:lnSpc>
              <a:spcBef>
                <a:spcPts val="180"/>
              </a:spcBef>
              <a:spcAft>
                <a:spcPts val="0"/>
              </a:spcAft>
              <a:buClr>
                <a:schemeClr val="dk1"/>
              </a:buClr>
              <a:buSzPts val="900"/>
              <a:buNone/>
              <a:defRPr sz="900"/>
            </a:lvl4pPr>
            <a:lvl5pPr marL="2286000" lvl="4" indent="-228600" algn="l" rtl="0">
              <a:lnSpc>
                <a:spcPct val="100000"/>
              </a:lnSpc>
              <a:spcBef>
                <a:spcPts val="180"/>
              </a:spcBef>
              <a:spcAft>
                <a:spcPts val="0"/>
              </a:spcAft>
              <a:buClr>
                <a:schemeClr val="dk1"/>
              </a:buClr>
              <a:buSzPts val="900"/>
              <a:buNone/>
              <a:defRPr sz="900"/>
            </a:lvl5pPr>
            <a:lvl6pPr marL="2743200" lvl="5" indent="-228600" algn="l" rtl="0">
              <a:lnSpc>
                <a:spcPct val="100000"/>
              </a:lnSpc>
              <a:spcBef>
                <a:spcPts val="180"/>
              </a:spcBef>
              <a:spcAft>
                <a:spcPts val="0"/>
              </a:spcAft>
              <a:buClr>
                <a:schemeClr val="dk1"/>
              </a:buClr>
              <a:buSzPts val="900"/>
              <a:buNone/>
              <a:defRPr sz="900"/>
            </a:lvl6pPr>
            <a:lvl7pPr marL="3200400" lvl="6" indent="-228600" algn="l" rtl="0">
              <a:lnSpc>
                <a:spcPct val="100000"/>
              </a:lnSpc>
              <a:spcBef>
                <a:spcPts val="180"/>
              </a:spcBef>
              <a:spcAft>
                <a:spcPts val="0"/>
              </a:spcAft>
              <a:buClr>
                <a:schemeClr val="dk1"/>
              </a:buClr>
              <a:buSzPts val="900"/>
              <a:buNone/>
              <a:defRPr sz="900"/>
            </a:lvl7pPr>
            <a:lvl8pPr marL="3657600" lvl="7" indent="-228600" algn="l" rtl="0">
              <a:lnSpc>
                <a:spcPct val="100000"/>
              </a:lnSpc>
              <a:spcBef>
                <a:spcPts val="180"/>
              </a:spcBef>
              <a:spcAft>
                <a:spcPts val="0"/>
              </a:spcAft>
              <a:buClr>
                <a:schemeClr val="dk1"/>
              </a:buClr>
              <a:buSzPts val="900"/>
              <a:buNone/>
              <a:defRPr sz="900"/>
            </a:lvl8pPr>
            <a:lvl9pPr marL="4114800" lvl="8" indent="-228600" algn="l" rtl="0">
              <a:lnSpc>
                <a:spcPct val="100000"/>
              </a:lnSpc>
              <a:spcBef>
                <a:spcPts val="180"/>
              </a:spcBef>
              <a:spcAft>
                <a:spcPts val="0"/>
              </a:spcAft>
              <a:buClr>
                <a:schemeClr val="dk1"/>
              </a:buClr>
              <a:buSzPts val="900"/>
              <a:buNone/>
              <a:defRPr sz="900"/>
            </a:lvl9pPr>
          </a:lstStyle>
          <a:p>
            <a:endParaRPr/>
          </a:p>
        </p:txBody>
      </p:sp>
      <p:sp>
        <p:nvSpPr>
          <p:cNvPr id="145" name="Google Shape;145;g265277b142a_0_359"/>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46" name="Google Shape;146;g265277b142a_0_359"/>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47" name="Google Shape;147;g265277b142a_0_359"/>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48"/>
        <p:cNvGrpSpPr/>
        <p:nvPr/>
      </p:nvGrpSpPr>
      <p:grpSpPr>
        <a:xfrm>
          <a:off x="0" y="0"/>
          <a:ext cx="0" cy="0"/>
          <a:chOff x="0" y="0"/>
          <a:chExt cx="0" cy="0"/>
        </a:xfrm>
      </p:grpSpPr>
      <p:sp>
        <p:nvSpPr>
          <p:cNvPr id="149" name="Google Shape;149;g265277b142a_0_366"/>
          <p:cNvSpPr txBox="1">
            <a:spLocks noGrp="1"/>
          </p:cNvSpPr>
          <p:nvPr>
            <p:ph type="title"/>
          </p:nvPr>
        </p:nvSpPr>
        <p:spPr>
          <a:xfrm>
            <a:off x="1792288" y="4800600"/>
            <a:ext cx="5486400" cy="566700"/>
          </a:xfrm>
          <a:prstGeom prst="rect">
            <a:avLst/>
          </a:prstGeom>
          <a:noFill/>
          <a:ln>
            <a:noFill/>
          </a:ln>
        </p:spPr>
        <p:txBody>
          <a:bodyPr spcFirstLastPara="1" wrap="square" lIns="91425" tIns="45700" rIns="91425" bIns="45700" anchor="b" anchorCtr="0">
            <a:normAutofit/>
          </a:bodyPr>
          <a:lstStyle>
            <a:lvl1pPr lvl="0" algn="l" rtl="0">
              <a:lnSpc>
                <a:spcPct val="100000"/>
              </a:lnSpc>
              <a:spcBef>
                <a:spcPts val="0"/>
              </a:spcBef>
              <a:spcAft>
                <a:spcPts val="0"/>
              </a:spcAft>
              <a:buClr>
                <a:schemeClr val="dk1"/>
              </a:buClr>
              <a:buSzPts val="2000"/>
              <a:buFont typeface="Calibri"/>
              <a:buNone/>
              <a:defRPr sz="2000" b="1"/>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50" name="Google Shape;150;g265277b142a_0_366"/>
          <p:cNvSpPr>
            <a:spLocks noGrp="1"/>
          </p:cNvSpPr>
          <p:nvPr>
            <p:ph type="pic" idx="2"/>
          </p:nvPr>
        </p:nvSpPr>
        <p:spPr>
          <a:xfrm>
            <a:off x="1792288" y="612775"/>
            <a:ext cx="5486400" cy="4114800"/>
          </a:xfrm>
          <a:prstGeom prst="rect">
            <a:avLst/>
          </a:prstGeom>
          <a:noFill/>
          <a:ln>
            <a:noFill/>
          </a:ln>
        </p:spPr>
      </p:sp>
      <p:sp>
        <p:nvSpPr>
          <p:cNvPr id="151" name="Google Shape;151;g265277b142a_0_366"/>
          <p:cNvSpPr txBox="1">
            <a:spLocks noGrp="1"/>
          </p:cNvSpPr>
          <p:nvPr>
            <p:ph type="body" idx="1"/>
          </p:nvPr>
        </p:nvSpPr>
        <p:spPr>
          <a:xfrm>
            <a:off x="1792288" y="5367338"/>
            <a:ext cx="5486400" cy="804900"/>
          </a:xfrm>
          <a:prstGeom prst="rect">
            <a:avLst/>
          </a:prstGeom>
          <a:noFill/>
          <a:ln>
            <a:noFill/>
          </a:ln>
        </p:spPr>
        <p:txBody>
          <a:bodyPr spcFirstLastPara="1" wrap="square" lIns="91425" tIns="45700" rIns="91425" bIns="45700" anchor="t" anchorCtr="0">
            <a:normAutofit/>
          </a:bodyPr>
          <a:lstStyle>
            <a:lvl1pPr marL="457200" lvl="0" indent="-228600" algn="l" rtl="0">
              <a:lnSpc>
                <a:spcPct val="100000"/>
              </a:lnSpc>
              <a:spcBef>
                <a:spcPts val="280"/>
              </a:spcBef>
              <a:spcAft>
                <a:spcPts val="0"/>
              </a:spcAft>
              <a:buClr>
                <a:schemeClr val="dk1"/>
              </a:buClr>
              <a:buSzPts val="1400"/>
              <a:buNone/>
              <a:defRPr sz="1400"/>
            </a:lvl1pPr>
            <a:lvl2pPr marL="914400" lvl="1" indent="-228600" algn="l" rtl="0">
              <a:lnSpc>
                <a:spcPct val="100000"/>
              </a:lnSpc>
              <a:spcBef>
                <a:spcPts val="240"/>
              </a:spcBef>
              <a:spcAft>
                <a:spcPts val="0"/>
              </a:spcAft>
              <a:buClr>
                <a:schemeClr val="dk1"/>
              </a:buClr>
              <a:buSzPts val="1200"/>
              <a:buNone/>
              <a:defRPr sz="1200"/>
            </a:lvl2pPr>
            <a:lvl3pPr marL="1371600" lvl="2" indent="-228600" algn="l" rtl="0">
              <a:lnSpc>
                <a:spcPct val="100000"/>
              </a:lnSpc>
              <a:spcBef>
                <a:spcPts val="200"/>
              </a:spcBef>
              <a:spcAft>
                <a:spcPts val="0"/>
              </a:spcAft>
              <a:buClr>
                <a:schemeClr val="dk1"/>
              </a:buClr>
              <a:buSzPts val="1000"/>
              <a:buNone/>
              <a:defRPr sz="1000"/>
            </a:lvl3pPr>
            <a:lvl4pPr marL="1828800" lvl="3" indent="-228600" algn="l" rtl="0">
              <a:lnSpc>
                <a:spcPct val="100000"/>
              </a:lnSpc>
              <a:spcBef>
                <a:spcPts val="180"/>
              </a:spcBef>
              <a:spcAft>
                <a:spcPts val="0"/>
              </a:spcAft>
              <a:buClr>
                <a:schemeClr val="dk1"/>
              </a:buClr>
              <a:buSzPts val="900"/>
              <a:buNone/>
              <a:defRPr sz="900"/>
            </a:lvl4pPr>
            <a:lvl5pPr marL="2286000" lvl="4" indent="-228600" algn="l" rtl="0">
              <a:lnSpc>
                <a:spcPct val="100000"/>
              </a:lnSpc>
              <a:spcBef>
                <a:spcPts val="180"/>
              </a:spcBef>
              <a:spcAft>
                <a:spcPts val="0"/>
              </a:spcAft>
              <a:buClr>
                <a:schemeClr val="dk1"/>
              </a:buClr>
              <a:buSzPts val="900"/>
              <a:buNone/>
              <a:defRPr sz="900"/>
            </a:lvl5pPr>
            <a:lvl6pPr marL="2743200" lvl="5" indent="-228600" algn="l" rtl="0">
              <a:lnSpc>
                <a:spcPct val="100000"/>
              </a:lnSpc>
              <a:spcBef>
                <a:spcPts val="180"/>
              </a:spcBef>
              <a:spcAft>
                <a:spcPts val="0"/>
              </a:spcAft>
              <a:buClr>
                <a:schemeClr val="dk1"/>
              </a:buClr>
              <a:buSzPts val="900"/>
              <a:buNone/>
              <a:defRPr sz="900"/>
            </a:lvl6pPr>
            <a:lvl7pPr marL="3200400" lvl="6" indent="-228600" algn="l" rtl="0">
              <a:lnSpc>
                <a:spcPct val="100000"/>
              </a:lnSpc>
              <a:spcBef>
                <a:spcPts val="180"/>
              </a:spcBef>
              <a:spcAft>
                <a:spcPts val="0"/>
              </a:spcAft>
              <a:buClr>
                <a:schemeClr val="dk1"/>
              </a:buClr>
              <a:buSzPts val="900"/>
              <a:buNone/>
              <a:defRPr sz="900"/>
            </a:lvl7pPr>
            <a:lvl8pPr marL="3657600" lvl="7" indent="-228600" algn="l" rtl="0">
              <a:lnSpc>
                <a:spcPct val="100000"/>
              </a:lnSpc>
              <a:spcBef>
                <a:spcPts val="180"/>
              </a:spcBef>
              <a:spcAft>
                <a:spcPts val="0"/>
              </a:spcAft>
              <a:buClr>
                <a:schemeClr val="dk1"/>
              </a:buClr>
              <a:buSzPts val="900"/>
              <a:buNone/>
              <a:defRPr sz="900"/>
            </a:lvl8pPr>
            <a:lvl9pPr marL="4114800" lvl="8" indent="-228600" algn="l" rtl="0">
              <a:lnSpc>
                <a:spcPct val="100000"/>
              </a:lnSpc>
              <a:spcBef>
                <a:spcPts val="180"/>
              </a:spcBef>
              <a:spcAft>
                <a:spcPts val="0"/>
              </a:spcAft>
              <a:buClr>
                <a:schemeClr val="dk1"/>
              </a:buClr>
              <a:buSzPts val="900"/>
              <a:buNone/>
              <a:defRPr sz="900"/>
            </a:lvl9pPr>
          </a:lstStyle>
          <a:p>
            <a:endParaRPr/>
          </a:p>
        </p:txBody>
      </p:sp>
      <p:sp>
        <p:nvSpPr>
          <p:cNvPr id="152" name="Google Shape;152;g265277b142a_0_366"/>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53" name="Google Shape;153;g265277b142a_0_366"/>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54" name="Google Shape;154;g265277b142a_0_366"/>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55"/>
        <p:cNvGrpSpPr/>
        <p:nvPr/>
      </p:nvGrpSpPr>
      <p:grpSpPr>
        <a:xfrm>
          <a:off x="0" y="0"/>
          <a:ext cx="0" cy="0"/>
          <a:chOff x="0" y="0"/>
          <a:chExt cx="0" cy="0"/>
        </a:xfrm>
      </p:grpSpPr>
      <p:sp>
        <p:nvSpPr>
          <p:cNvPr id="156" name="Google Shape;156;g265277b142a_0_37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rtl="0">
              <a:lnSpc>
                <a:spcPct val="100000"/>
              </a:lnSpc>
              <a:spcBef>
                <a:spcPts val="0"/>
              </a:spcBef>
              <a:spcAft>
                <a:spcPts val="0"/>
              </a:spcAft>
              <a:buClr>
                <a:schemeClr val="dk1"/>
              </a:buClr>
              <a:buSzPts val="18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57" name="Google Shape;157;g265277b142a_0_373"/>
          <p:cNvSpPr txBox="1">
            <a:spLocks noGrp="1"/>
          </p:cNvSpPr>
          <p:nvPr>
            <p:ph type="body" idx="1"/>
          </p:nvPr>
        </p:nvSpPr>
        <p:spPr>
          <a:xfrm rot="5400000">
            <a:off x="2308950" y="-251550"/>
            <a:ext cx="4526100" cy="8229600"/>
          </a:xfrm>
          <a:prstGeom prst="rect">
            <a:avLst/>
          </a:prstGeom>
          <a:noFill/>
          <a:ln>
            <a:noFill/>
          </a:ln>
        </p:spPr>
        <p:txBody>
          <a:bodyPr spcFirstLastPara="1" wrap="square" lIns="91425" tIns="45700" rIns="91425" bIns="45700" anchor="t" anchorCtr="0">
            <a:normAutofit/>
          </a:bodyPr>
          <a:lstStyle>
            <a:lvl1pPr marL="457200" lvl="0" indent="-342900" algn="l" rtl="0">
              <a:lnSpc>
                <a:spcPct val="100000"/>
              </a:lnSpc>
              <a:spcBef>
                <a:spcPts val="360"/>
              </a:spcBef>
              <a:spcAft>
                <a:spcPts val="0"/>
              </a:spcAft>
              <a:buClr>
                <a:schemeClr val="dk1"/>
              </a:buClr>
              <a:buSzPts val="1800"/>
              <a:buChar char="•"/>
              <a:defRPr/>
            </a:lvl1pPr>
            <a:lvl2pPr marL="914400" lvl="1" indent="-342900" algn="l" rtl="0">
              <a:lnSpc>
                <a:spcPct val="100000"/>
              </a:lnSpc>
              <a:spcBef>
                <a:spcPts val="360"/>
              </a:spcBef>
              <a:spcAft>
                <a:spcPts val="0"/>
              </a:spcAft>
              <a:buClr>
                <a:schemeClr val="dk1"/>
              </a:buClr>
              <a:buSzPts val="1800"/>
              <a:buChar char="–"/>
              <a:defRPr/>
            </a:lvl2pPr>
            <a:lvl3pPr marL="1371600" lvl="2" indent="-342900" algn="l" rtl="0">
              <a:lnSpc>
                <a:spcPct val="100000"/>
              </a:lnSpc>
              <a:spcBef>
                <a:spcPts val="360"/>
              </a:spcBef>
              <a:spcAft>
                <a:spcPts val="0"/>
              </a:spcAft>
              <a:buClr>
                <a:schemeClr val="dk1"/>
              </a:buClr>
              <a:buSzPts val="1800"/>
              <a:buChar char="•"/>
              <a:defRPr/>
            </a:lvl3pPr>
            <a:lvl4pPr marL="1828800" lvl="3" indent="-342900" algn="l" rtl="0">
              <a:lnSpc>
                <a:spcPct val="100000"/>
              </a:lnSpc>
              <a:spcBef>
                <a:spcPts val="360"/>
              </a:spcBef>
              <a:spcAft>
                <a:spcPts val="0"/>
              </a:spcAft>
              <a:buClr>
                <a:schemeClr val="dk1"/>
              </a:buClr>
              <a:buSzPts val="1800"/>
              <a:buChar char="–"/>
              <a:defRPr/>
            </a:lvl4pPr>
            <a:lvl5pPr marL="2286000" lvl="4" indent="-342900" algn="l" rtl="0">
              <a:lnSpc>
                <a:spcPct val="100000"/>
              </a:lnSpc>
              <a:spcBef>
                <a:spcPts val="360"/>
              </a:spcBef>
              <a:spcAft>
                <a:spcPts val="0"/>
              </a:spcAft>
              <a:buClr>
                <a:schemeClr val="dk1"/>
              </a:buClr>
              <a:buSzPts val="1800"/>
              <a:buChar char="»"/>
              <a:defRPr/>
            </a:lvl5pPr>
            <a:lvl6pPr marL="2743200" lvl="5" indent="-342900" algn="l" rtl="0">
              <a:lnSpc>
                <a:spcPct val="100000"/>
              </a:lnSpc>
              <a:spcBef>
                <a:spcPts val="360"/>
              </a:spcBef>
              <a:spcAft>
                <a:spcPts val="0"/>
              </a:spcAft>
              <a:buClr>
                <a:schemeClr val="dk1"/>
              </a:buClr>
              <a:buSzPts val="1800"/>
              <a:buChar char="•"/>
              <a:defRPr/>
            </a:lvl6pPr>
            <a:lvl7pPr marL="3200400" lvl="6" indent="-342900" algn="l" rtl="0">
              <a:lnSpc>
                <a:spcPct val="100000"/>
              </a:lnSpc>
              <a:spcBef>
                <a:spcPts val="360"/>
              </a:spcBef>
              <a:spcAft>
                <a:spcPts val="0"/>
              </a:spcAft>
              <a:buClr>
                <a:schemeClr val="dk1"/>
              </a:buClr>
              <a:buSzPts val="1800"/>
              <a:buChar char="•"/>
              <a:defRPr/>
            </a:lvl7pPr>
            <a:lvl8pPr marL="3657600" lvl="7" indent="-342900" algn="l" rtl="0">
              <a:lnSpc>
                <a:spcPct val="100000"/>
              </a:lnSpc>
              <a:spcBef>
                <a:spcPts val="360"/>
              </a:spcBef>
              <a:spcAft>
                <a:spcPts val="0"/>
              </a:spcAft>
              <a:buClr>
                <a:schemeClr val="dk1"/>
              </a:buClr>
              <a:buSzPts val="1800"/>
              <a:buChar char="•"/>
              <a:defRPr/>
            </a:lvl8pPr>
            <a:lvl9pPr marL="4114800" lvl="8" indent="-342900" algn="l" rtl="0">
              <a:lnSpc>
                <a:spcPct val="100000"/>
              </a:lnSpc>
              <a:spcBef>
                <a:spcPts val="360"/>
              </a:spcBef>
              <a:spcAft>
                <a:spcPts val="0"/>
              </a:spcAft>
              <a:buClr>
                <a:schemeClr val="dk1"/>
              </a:buClr>
              <a:buSzPts val="1800"/>
              <a:buChar char="•"/>
              <a:defRPr/>
            </a:lvl9pPr>
          </a:lstStyle>
          <a:p>
            <a:endParaRPr/>
          </a:p>
        </p:txBody>
      </p:sp>
      <p:sp>
        <p:nvSpPr>
          <p:cNvPr id="158" name="Google Shape;158;g265277b142a_0_373"/>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59" name="Google Shape;159;g265277b142a_0_373"/>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60" name="Google Shape;160;g265277b142a_0_373"/>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61"/>
        <p:cNvGrpSpPr/>
        <p:nvPr/>
      </p:nvGrpSpPr>
      <p:grpSpPr>
        <a:xfrm>
          <a:off x="0" y="0"/>
          <a:ext cx="0" cy="0"/>
          <a:chOff x="0" y="0"/>
          <a:chExt cx="0" cy="0"/>
        </a:xfrm>
      </p:grpSpPr>
      <p:sp>
        <p:nvSpPr>
          <p:cNvPr id="162" name="Google Shape;162;g265277b142a_0_379"/>
          <p:cNvSpPr txBox="1">
            <a:spLocks noGrp="1"/>
          </p:cNvSpPr>
          <p:nvPr>
            <p:ph type="title"/>
          </p:nvPr>
        </p:nvSpPr>
        <p:spPr>
          <a:xfrm rot="5400000">
            <a:off x="4732350" y="2171688"/>
            <a:ext cx="5851500" cy="2057400"/>
          </a:xfrm>
          <a:prstGeom prst="rect">
            <a:avLst/>
          </a:prstGeom>
          <a:noFill/>
          <a:ln>
            <a:noFill/>
          </a:ln>
        </p:spPr>
        <p:txBody>
          <a:bodyPr spcFirstLastPara="1" wrap="square" lIns="91425" tIns="45700" rIns="91425" bIns="45700" anchor="ctr" anchorCtr="0">
            <a:normAutofit/>
          </a:bodyPr>
          <a:lstStyle>
            <a:lvl1pPr lvl="0" algn="ctr" rtl="0">
              <a:lnSpc>
                <a:spcPct val="100000"/>
              </a:lnSpc>
              <a:spcBef>
                <a:spcPts val="0"/>
              </a:spcBef>
              <a:spcAft>
                <a:spcPts val="0"/>
              </a:spcAft>
              <a:buClr>
                <a:schemeClr val="dk1"/>
              </a:buClr>
              <a:buSzPts val="18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63" name="Google Shape;163;g265277b142a_0_379"/>
          <p:cNvSpPr txBox="1">
            <a:spLocks noGrp="1"/>
          </p:cNvSpPr>
          <p:nvPr>
            <p:ph type="body" idx="1"/>
          </p:nvPr>
        </p:nvSpPr>
        <p:spPr>
          <a:xfrm rot="5400000">
            <a:off x="541350" y="190488"/>
            <a:ext cx="5851500" cy="6019800"/>
          </a:xfrm>
          <a:prstGeom prst="rect">
            <a:avLst/>
          </a:prstGeom>
          <a:noFill/>
          <a:ln>
            <a:noFill/>
          </a:ln>
        </p:spPr>
        <p:txBody>
          <a:bodyPr spcFirstLastPara="1" wrap="square" lIns="91425" tIns="45700" rIns="91425" bIns="45700" anchor="t" anchorCtr="0">
            <a:normAutofit/>
          </a:bodyPr>
          <a:lstStyle>
            <a:lvl1pPr marL="457200" lvl="0" indent="-342900" algn="l" rtl="0">
              <a:lnSpc>
                <a:spcPct val="100000"/>
              </a:lnSpc>
              <a:spcBef>
                <a:spcPts val="360"/>
              </a:spcBef>
              <a:spcAft>
                <a:spcPts val="0"/>
              </a:spcAft>
              <a:buClr>
                <a:schemeClr val="dk1"/>
              </a:buClr>
              <a:buSzPts val="1800"/>
              <a:buChar char="•"/>
              <a:defRPr/>
            </a:lvl1pPr>
            <a:lvl2pPr marL="914400" lvl="1" indent="-342900" algn="l" rtl="0">
              <a:lnSpc>
                <a:spcPct val="100000"/>
              </a:lnSpc>
              <a:spcBef>
                <a:spcPts val="360"/>
              </a:spcBef>
              <a:spcAft>
                <a:spcPts val="0"/>
              </a:spcAft>
              <a:buClr>
                <a:schemeClr val="dk1"/>
              </a:buClr>
              <a:buSzPts val="1800"/>
              <a:buChar char="–"/>
              <a:defRPr/>
            </a:lvl2pPr>
            <a:lvl3pPr marL="1371600" lvl="2" indent="-342900" algn="l" rtl="0">
              <a:lnSpc>
                <a:spcPct val="100000"/>
              </a:lnSpc>
              <a:spcBef>
                <a:spcPts val="360"/>
              </a:spcBef>
              <a:spcAft>
                <a:spcPts val="0"/>
              </a:spcAft>
              <a:buClr>
                <a:schemeClr val="dk1"/>
              </a:buClr>
              <a:buSzPts val="1800"/>
              <a:buChar char="•"/>
              <a:defRPr/>
            </a:lvl3pPr>
            <a:lvl4pPr marL="1828800" lvl="3" indent="-342900" algn="l" rtl="0">
              <a:lnSpc>
                <a:spcPct val="100000"/>
              </a:lnSpc>
              <a:spcBef>
                <a:spcPts val="360"/>
              </a:spcBef>
              <a:spcAft>
                <a:spcPts val="0"/>
              </a:spcAft>
              <a:buClr>
                <a:schemeClr val="dk1"/>
              </a:buClr>
              <a:buSzPts val="1800"/>
              <a:buChar char="–"/>
              <a:defRPr/>
            </a:lvl4pPr>
            <a:lvl5pPr marL="2286000" lvl="4" indent="-342900" algn="l" rtl="0">
              <a:lnSpc>
                <a:spcPct val="100000"/>
              </a:lnSpc>
              <a:spcBef>
                <a:spcPts val="360"/>
              </a:spcBef>
              <a:spcAft>
                <a:spcPts val="0"/>
              </a:spcAft>
              <a:buClr>
                <a:schemeClr val="dk1"/>
              </a:buClr>
              <a:buSzPts val="1800"/>
              <a:buChar char="»"/>
              <a:defRPr/>
            </a:lvl5pPr>
            <a:lvl6pPr marL="2743200" lvl="5" indent="-342900" algn="l" rtl="0">
              <a:lnSpc>
                <a:spcPct val="100000"/>
              </a:lnSpc>
              <a:spcBef>
                <a:spcPts val="360"/>
              </a:spcBef>
              <a:spcAft>
                <a:spcPts val="0"/>
              </a:spcAft>
              <a:buClr>
                <a:schemeClr val="dk1"/>
              </a:buClr>
              <a:buSzPts val="1800"/>
              <a:buChar char="•"/>
              <a:defRPr/>
            </a:lvl6pPr>
            <a:lvl7pPr marL="3200400" lvl="6" indent="-342900" algn="l" rtl="0">
              <a:lnSpc>
                <a:spcPct val="100000"/>
              </a:lnSpc>
              <a:spcBef>
                <a:spcPts val="360"/>
              </a:spcBef>
              <a:spcAft>
                <a:spcPts val="0"/>
              </a:spcAft>
              <a:buClr>
                <a:schemeClr val="dk1"/>
              </a:buClr>
              <a:buSzPts val="1800"/>
              <a:buChar char="•"/>
              <a:defRPr/>
            </a:lvl7pPr>
            <a:lvl8pPr marL="3657600" lvl="7" indent="-342900" algn="l" rtl="0">
              <a:lnSpc>
                <a:spcPct val="100000"/>
              </a:lnSpc>
              <a:spcBef>
                <a:spcPts val="360"/>
              </a:spcBef>
              <a:spcAft>
                <a:spcPts val="0"/>
              </a:spcAft>
              <a:buClr>
                <a:schemeClr val="dk1"/>
              </a:buClr>
              <a:buSzPts val="1800"/>
              <a:buChar char="•"/>
              <a:defRPr/>
            </a:lvl8pPr>
            <a:lvl9pPr marL="4114800" lvl="8" indent="-342900" algn="l" rtl="0">
              <a:lnSpc>
                <a:spcPct val="100000"/>
              </a:lnSpc>
              <a:spcBef>
                <a:spcPts val="360"/>
              </a:spcBef>
              <a:spcAft>
                <a:spcPts val="0"/>
              </a:spcAft>
              <a:buClr>
                <a:schemeClr val="dk1"/>
              </a:buClr>
              <a:buSzPts val="1800"/>
              <a:buChar char="•"/>
              <a:defRPr/>
            </a:lvl9pPr>
          </a:lstStyle>
          <a:p>
            <a:endParaRPr/>
          </a:p>
        </p:txBody>
      </p:sp>
      <p:sp>
        <p:nvSpPr>
          <p:cNvPr id="164" name="Google Shape;164;g265277b142a_0_379"/>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65" name="Google Shape;165;g265277b142a_0_379"/>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66" name="Google Shape;166;g265277b142a_0_379"/>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ustom Layout 1">
  <p:cSld name="CUSTOM">
    <p:spTree>
      <p:nvGrpSpPr>
        <p:cNvPr id="1" name="Shape 167"/>
        <p:cNvGrpSpPr/>
        <p:nvPr/>
      </p:nvGrpSpPr>
      <p:grpSpPr>
        <a:xfrm>
          <a:off x="0" y="0"/>
          <a:ext cx="0" cy="0"/>
          <a:chOff x="0" y="0"/>
          <a:chExt cx="0" cy="0"/>
        </a:xfrm>
      </p:grpSpPr>
      <p:grpSp>
        <p:nvGrpSpPr>
          <p:cNvPr id="169" name="Google Shape;169;g265277b142a_0_389"/>
          <p:cNvGrpSpPr/>
          <p:nvPr/>
        </p:nvGrpSpPr>
        <p:grpSpPr>
          <a:xfrm>
            <a:off x="1340439" y="1469280"/>
            <a:ext cx="15607123" cy="7311108"/>
            <a:chOff x="1340439" y="1469280"/>
            <a:chExt cx="15607123" cy="7311108"/>
          </a:xfrm>
        </p:grpSpPr>
        <p:sp>
          <p:nvSpPr>
            <p:cNvPr id="170" name="Google Shape;170;g265277b142a_0_389"/>
            <p:cNvSpPr/>
            <p:nvPr/>
          </p:nvSpPr>
          <p:spPr>
            <a:xfrm>
              <a:off x="1340439" y="1469280"/>
              <a:ext cx="15607123" cy="2478984"/>
            </a:xfrm>
            <a:custGeom>
              <a:avLst/>
              <a:gdLst/>
              <a:ahLst/>
              <a:cxnLst/>
              <a:rect l="l" t="t" r="r" b="b"/>
              <a:pathLst>
                <a:path w="15607123" h="2478984" extrusionOk="0">
                  <a:moveTo>
                    <a:pt x="0" y="0"/>
                  </a:moveTo>
                  <a:lnTo>
                    <a:pt x="15607122" y="0"/>
                  </a:lnTo>
                  <a:lnTo>
                    <a:pt x="15607122" y="2478984"/>
                  </a:lnTo>
                  <a:lnTo>
                    <a:pt x="0" y="2478984"/>
                  </a:lnTo>
                  <a:lnTo>
                    <a:pt x="0" y="0"/>
                  </a:lnTo>
                  <a:close/>
                </a:path>
              </a:pathLst>
            </a:custGeom>
            <a:blipFill rotWithShape="1">
              <a:blip r:embed="rId2">
                <a:alphaModFix/>
              </a:blip>
              <a:stretch>
                <a:fillRect/>
              </a:stretch>
            </a:blipFill>
            <a:ln>
              <a:noFill/>
            </a:ln>
          </p:spPr>
        </p:sp>
        <p:sp>
          <p:nvSpPr>
            <p:cNvPr id="171" name="Google Shape;171;g265277b142a_0_389"/>
            <p:cNvSpPr/>
            <p:nvPr/>
          </p:nvSpPr>
          <p:spPr>
            <a:xfrm>
              <a:off x="7212010" y="4714912"/>
              <a:ext cx="3863980" cy="4065476"/>
            </a:xfrm>
            <a:custGeom>
              <a:avLst/>
              <a:gdLst/>
              <a:ahLst/>
              <a:cxnLst/>
              <a:rect l="l" t="t" r="r" b="b"/>
              <a:pathLst>
                <a:path w="3863980" h="4065476" extrusionOk="0">
                  <a:moveTo>
                    <a:pt x="0" y="0"/>
                  </a:moveTo>
                  <a:lnTo>
                    <a:pt x="3863980" y="0"/>
                  </a:lnTo>
                  <a:lnTo>
                    <a:pt x="3863980" y="4065476"/>
                  </a:lnTo>
                  <a:lnTo>
                    <a:pt x="0" y="4065476"/>
                  </a:lnTo>
                  <a:lnTo>
                    <a:pt x="0" y="0"/>
                  </a:lnTo>
                  <a:close/>
                </a:path>
              </a:pathLst>
            </a:custGeom>
            <a:blipFill rotWithShape="1">
              <a:blip r:embed="rId3">
                <a:alphaModFix/>
              </a:blip>
              <a:stretch>
                <a:fillRect/>
              </a:stretch>
            </a:blipFill>
            <a:ln>
              <a:noFill/>
            </a:ln>
          </p:spPr>
        </p:sp>
      </p:grpSp>
      <p:sp>
        <p:nvSpPr>
          <p:cNvPr id="172" name="Google Shape;172;g265277b142a_0_389"/>
          <p:cNvSpPr txBox="1">
            <a:spLocks noGrp="1"/>
          </p:cNvSpPr>
          <p:nvPr>
            <p:ph type="sldNum" idx="2"/>
          </p:nvPr>
        </p:nvSpPr>
        <p:spPr>
          <a:xfrm>
            <a:off x="15849600" y="9486901"/>
            <a:ext cx="2164800" cy="304800"/>
          </a:xfrm>
          <a:prstGeom prst="rect">
            <a:avLst/>
          </a:prstGeom>
          <a:noFill/>
          <a:ln>
            <a:noFill/>
          </a:ln>
        </p:spPr>
        <p:txBody>
          <a:bodyPr spcFirstLastPara="1" wrap="square" lIns="91425" tIns="45700" rIns="91425" bIns="45700" anchor="ctr" anchorCtr="0">
            <a:noAutofit/>
          </a:bodyPr>
          <a:lstStyle>
            <a:lvl1pPr marL="0" lvl="0" indent="0" algn="ctr" rtl="0">
              <a:lnSpc>
                <a:spcPct val="100000"/>
              </a:lnSpc>
              <a:spcBef>
                <a:spcPts val="0"/>
              </a:spcBef>
              <a:spcAft>
                <a:spcPts val="0"/>
              </a:spcAft>
              <a:buSzPts val="2400"/>
              <a:buNone/>
              <a:defRPr sz="2400" b="1">
                <a:solidFill>
                  <a:schemeClr val="dk1"/>
                </a:solidFill>
                <a:latin typeface="Times New Roman"/>
                <a:ea typeface="Times New Roman"/>
                <a:cs typeface="Times New Roman"/>
                <a:sym typeface="Times New Roman"/>
              </a:defRPr>
            </a:lvl1pPr>
            <a:lvl2pPr marL="0" lvl="1" indent="0" algn="ctr" rtl="0">
              <a:lnSpc>
                <a:spcPct val="100000"/>
              </a:lnSpc>
              <a:spcBef>
                <a:spcPts val="0"/>
              </a:spcBef>
              <a:spcAft>
                <a:spcPts val="0"/>
              </a:spcAft>
              <a:buSzPts val="2400"/>
              <a:buNone/>
              <a:defRPr sz="2400" b="1">
                <a:solidFill>
                  <a:schemeClr val="dk1"/>
                </a:solidFill>
                <a:latin typeface="Times New Roman"/>
                <a:ea typeface="Times New Roman"/>
                <a:cs typeface="Times New Roman"/>
                <a:sym typeface="Times New Roman"/>
              </a:defRPr>
            </a:lvl2pPr>
            <a:lvl3pPr marL="0" lvl="2" indent="0" algn="ctr" rtl="0">
              <a:lnSpc>
                <a:spcPct val="100000"/>
              </a:lnSpc>
              <a:spcBef>
                <a:spcPts val="0"/>
              </a:spcBef>
              <a:spcAft>
                <a:spcPts val="0"/>
              </a:spcAft>
              <a:buSzPts val="2400"/>
              <a:buNone/>
              <a:defRPr sz="2400" b="1">
                <a:solidFill>
                  <a:schemeClr val="dk1"/>
                </a:solidFill>
                <a:latin typeface="Times New Roman"/>
                <a:ea typeface="Times New Roman"/>
                <a:cs typeface="Times New Roman"/>
                <a:sym typeface="Times New Roman"/>
              </a:defRPr>
            </a:lvl3pPr>
            <a:lvl4pPr marL="0" lvl="3" indent="0" algn="ctr" rtl="0">
              <a:lnSpc>
                <a:spcPct val="100000"/>
              </a:lnSpc>
              <a:spcBef>
                <a:spcPts val="0"/>
              </a:spcBef>
              <a:spcAft>
                <a:spcPts val="0"/>
              </a:spcAft>
              <a:buSzPts val="2400"/>
              <a:buNone/>
              <a:defRPr sz="2400" b="1">
                <a:solidFill>
                  <a:schemeClr val="dk1"/>
                </a:solidFill>
                <a:latin typeface="Times New Roman"/>
                <a:ea typeface="Times New Roman"/>
                <a:cs typeface="Times New Roman"/>
                <a:sym typeface="Times New Roman"/>
              </a:defRPr>
            </a:lvl4pPr>
            <a:lvl5pPr marL="0" lvl="4" indent="0" algn="ctr" rtl="0">
              <a:lnSpc>
                <a:spcPct val="100000"/>
              </a:lnSpc>
              <a:spcBef>
                <a:spcPts val="0"/>
              </a:spcBef>
              <a:spcAft>
                <a:spcPts val="0"/>
              </a:spcAft>
              <a:buSzPts val="2400"/>
              <a:buNone/>
              <a:defRPr sz="2400" b="1">
                <a:solidFill>
                  <a:schemeClr val="dk1"/>
                </a:solidFill>
                <a:latin typeface="Times New Roman"/>
                <a:ea typeface="Times New Roman"/>
                <a:cs typeface="Times New Roman"/>
                <a:sym typeface="Times New Roman"/>
              </a:defRPr>
            </a:lvl5pPr>
            <a:lvl6pPr marL="0" lvl="5" indent="0" algn="ctr" rtl="0">
              <a:lnSpc>
                <a:spcPct val="100000"/>
              </a:lnSpc>
              <a:spcBef>
                <a:spcPts val="0"/>
              </a:spcBef>
              <a:spcAft>
                <a:spcPts val="0"/>
              </a:spcAft>
              <a:buSzPts val="2400"/>
              <a:buNone/>
              <a:defRPr sz="2400" b="1">
                <a:solidFill>
                  <a:schemeClr val="dk1"/>
                </a:solidFill>
                <a:latin typeface="Times New Roman"/>
                <a:ea typeface="Times New Roman"/>
                <a:cs typeface="Times New Roman"/>
                <a:sym typeface="Times New Roman"/>
              </a:defRPr>
            </a:lvl6pPr>
            <a:lvl7pPr marL="0" lvl="6" indent="0" algn="ctr" rtl="0">
              <a:lnSpc>
                <a:spcPct val="100000"/>
              </a:lnSpc>
              <a:spcBef>
                <a:spcPts val="0"/>
              </a:spcBef>
              <a:spcAft>
                <a:spcPts val="0"/>
              </a:spcAft>
              <a:buSzPts val="2400"/>
              <a:buNone/>
              <a:defRPr sz="2400" b="1">
                <a:solidFill>
                  <a:schemeClr val="dk1"/>
                </a:solidFill>
                <a:latin typeface="Times New Roman"/>
                <a:ea typeface="Times New Roman"/>
                <a:cs typeface="Times New Roman"/>
                <a:sym typeface="Times New Roman"/>
              </a:defRPr>
            </a:lvl7pPr>
            <a:lvl8pPr marL="0" lvl="7" indent="0" algn="ctr" rtl="0">
              <a:lnSpc>
                <a:spcPct val="100000"/>
              </a:lnSpc>
              <a:spcBef>
                <a:spcPts val="0"/>
              </a:spcBef>
              <a:spcAft>
                <a:spcPts val="0"/>
              </a:spcAft>
              <a:buSzPts val="2400"/>
              <a:buNone/>
              <a:defRPr sz="2400" b="1">
                <a:solidFill>
                  <a:schemeClr val="dk1"/>
                </a:solidFill>
                <a:latin typeface="Times New Roman"/>
                <a:ea typeface="Times New Roman"/>
                <a:cs typeface="Times New Roman"/>
                <a:sym typeface="Times New Roman"/>
              </a:defRPr>
            </a:lvl8pPr>
            <a:lvl9pPr marL="0" lvl="8" indent="0" algn="ctr" rtl="0">
              <a:lnSpc>
                <a:spcPct val="100000"/>
              </a:lnSpc>
              <a:spcBef>
                <a:spcPts val="0"/>
              </a:spcBef>
              <a:spcAft>
                <a:spcPts val="0"/>
              </a:spcAft>
              <a:buSzPts val="2400"/>
              <a:buNone/>
              <a:defRPr sz="2400" b="1">
                <a:solidFill>
                  <a:schemeClr val="dk1"/>
                </a:solidFill>
                <a:latin typeface="Times New Roman"/>
                <a:ea typeface="Times New Roman"/>
                <a:cs typeface="Times New Roman"/>
                <a:sym typeface="Times New Roman"/>
              </a:defRPr>
            </a:lvl9pPr>
          </a:lstStyle>
          <a:p>
            <a:pPr marL="0" lvl="0" indent="0" algn="ctr" rtl="0">
              <a:spcBef>
                <a:spcPts val="0"/>
              </a:spcBef>
              <a:spcAft>
                <a:spcPts val="0"/>
              </a:spcAft>
              <a:buNone/>
            </a:pPr>
            <a:fld id="{00000000-1234-1234-1234-123412341234}" type="slidenum">
              <a:rPr lang="en-US"/>
              <a:t>‹#›</a:t>
            </a:fld>
            <a:endParaRPr dirty="0"/>
          </a:p>
        </p:txBody>
      </p:sp>
      <p:sp>
        <p:nvSpPr>
          <p:cNvPr id="173" name="Google Shape;173;g265277b142a_0_389"/>
          <p:cNvSpPr txBox="1">
            <a:spLocks noGrp="1"/>
          </p:cNvSpPr>
          <p:nvPr>
            <p:ph type="title"/>
          </p:nvPr>
        </p:nvSpPr>
        <p:spPr>
          <a:xfrm>
            <a:off x="3068600" y="1971925"/>
            <a:ext cx="12382500" cy="1518900"/>
          </a:xfrm>
          <a:prstGeom prst="rect">
            <a:avLst/>
          </a:prstGeom>
        </p:spPr>
        <p:txBody>
          <a:bodyPr spcFirstLastPara="1" wrap="square" lIns="91425" tIns="45700" rIns="91425" bIns="45700" anchor="t" anchorCtr="0">
            <a:normAutofit/>
          </a:bodyPr>
          <a:lstStyle>
            <a:lvl1pPr lvl="0">
              <a:spcBef>
                <a:spcPts val="0"/>
              </a:spcBef>
              <a:spcAft>
                <a:spcPts val="0"/>
              </a:spcAft>
              <a:buClr>
                <a:schemeClr val="lt1"/>
              </a:buClr>
              <a:buSzPts val="4400"/>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Nafisa" type="blank">
  <p:cSld name="BLANK">
    <p:spTree>
      <p:nvGrpSpPr>
        <p:cNvPr id="1" name="Shape 180"/>
        <p:cNvGrpSpPr/>
        <p:nvPr/>
      </p:nvGrpSpPr>
      <p:grpSpPr>
        <a:xfrm>
          <a:off x="0" y="0"/>
          <a:ext cx="0" cy="0"/>
          <a:chOff x="0" y="0"/>
          <a:chExt cx="0" cy="0"/>
        </a:xfrm>
      </p:grpSpPr>
      <p:sp>
        <p:nvSpPr>
          <p:cNvPr id="181" name="Google Shape;181;g265277b142a_0_558"/>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82" name="Google Shape;182;g265277b142a_0_558"/>
          <p:cNvSpPr txBox="1">
            <a:spLocks noGrp="1"/>
          </p:cNvSpPr>
          <p:nvPr>
            <p:ph type="ftr" idx="11"/>
          </p:nvPr>
        </p:nvSpPr>
        <p:spPr>
          <a:xfrm>
            <a:off x="3124200" y="3947650"/>
            <a:ext cx="2895600" cy="27738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83" name="Google Shape;183;g265277b142a_0_558"/>
          <p:cNvSpPr txBox="1">
            <a:spLocks noGrp="1"/>
          </p:cNvSpPr>
          <p:nvPr>
            <p:ph type="sldNum" idx="12"/>
          </p:nvPr>
        </p:nvSpPr>
        <p:spPr>
          <a:xfrm>
            <a:off x="8577475" y="9843102"/>
            <a:ext cx="1143000" cy="393000"/>
          </a:xfrm>
          <a:prstGeom prst="rect">
            <a:avLst/>
          </a:prstGeom>
          <a:noFill/>
          <a:ln>
            <a:noFill/>
          </a:ln>
        </p:spPr>
        <p:txBody>
          <a:bodyPr spcFirstLastPara="1" wrap="square" lIns="91425" tIns="45700" rIns="91425" bIns="45700" anchor="ctr" anchorCtr="0">
            <a:noAutofit/>
          </a:bodyPr>
          <a:lstStyle>
            <a:lvl1pPr marL="0" lvl="0" indent="0" algn="ctr" rtl="0">
              <a:lnSpc>
                <a:spcPct val="100000"/>
              </a:lnSpc>
              <a:spcBef>
                <a:spcPts val="0"/>
              </a:spcBef>
              <a:spcAft>
                <a:spcPts val="0"/>
              </a:spcAft>
              <a:buSzPts val="2400"/>
              <a:buNone/>
              <a:defRPr sz="2400" b="1">
                <a:solidFill>
                  <a:schemeClr val="dk1"/>
                </a:solidFill>
                <a:latin typeface="Times New Roman"/>
                <a:ea typeface="Times New Roman"/>
                <a:cs typeface="Times New Roman"/>
                <a:sym typeface="Times New Roman"/>
              </a:defRPr>
            </a:lvl1pPr>
            <a:lvl2pPr marL="0" lvl="1" indent="0" algn="ctr" rtl="0">
              <a:lnSpc>
                <a:spcPct val="100000"/>
              </a:lnSpc>
              <a:spcBef>
                <a:spcPts val="0"/>
              </a:spcBef>
              <a:spcAft>
                <a:spcPts val="0"/>
              </a:spcAft>
              <a:buSzPts val="2400"/>
              <a:buNone/>
              <a:defRPr sz="2400" b="1">
                <a:solidFill>
                  <a:schemeClr val="dk1"/>
                </a:solidFill>
                <a:latin typeface="Times New Roman"/>
                <a:ea typeface="Times New Roman"/>
                <a:cs typeface="Times New Roman"/>
                <a:sym typeface="Times New Roman"/>
              </a:defRPr>
            </a:lvl2pPr>
            <a:lvl3pPr marL="0" lvl="2" indent="0" algn="ctr" rtl="0">
              <a:lnSpc>
                <a:spcPct val="100000"/>
              </a:lnSpc>
              <a:spcBef>
                <a:spcPts val="0"/>
              </a:spcBef>
              <a:spcAft>
                <a:spcPts val="0"/>
              </a:spcAft>
              <a:buSzPts val="2400"/>
              <a:buNone/>
              <a:defRPr sz="2400" b="1">
                <a:solidFill>
                  <a:schemeClr val="dk1"/>
                </a:solidFill>
                <a:latin typeface="Times New Roman"/>
                <a:ea typeface="Times New Roman"/>
                <a:cs typeface="Times New Roman"/>
                <a:sym typeface="Times New Roman"/>
              </a:defRPr>
            </a:lvl3pPr>
            <a:lvl4pPr marL="0" lvl="3" indent="0" algn="ctr" rtl="0">
              <a:lnSpc>
                <a:spcPct val="100000"/>
              </a:lnSpc>
              <a:spcBef>
                <a:spcPts val="0"/>
              </a:spcBef>
              <a:spcAft>
                <a:spcPts val="0"/>
              </a:spcAft>
              <a:buSzPts val="2400"/>
              <a:buNone/>
              <a:defRPr sz="2400" b="1">
                <a:solidFill>
                  <a:schemeClr val="dk1"/>
                </a:solidFill>
                <a:latin typeface="Times New Roman"/>
                <a:ea typeface="Times New Roman"/>
                <a:cs typeface="Times New Roman"/>
                <a:sym typeface="Times New Roman"/>
              </a:defRPr>
            </a:lvl4pPr>
            <a:lvl5pPr marL="0" lvl="4" indent="0" algn="ctr" rtl="0">
              <a:lnSpc>
                <a:spcPct val="100000"/>
              </a:lnSpc>
              <a:spcBef>
                <a:spcPts val="0"/>
              </a:spcBef>
              <a:spcAft>
                <a:spcPts val="0"/>
              </a:spcAft>
              <a:buSzPts val="2400"/>
              <a:buNone/>
              <a:defRPr sz="2400" b="1">
                <a:solidFill>
                  <a:schemeClr val="dk1"/>
                </a:solidFill>
                <a:latin typeface="Times New Roman"/>
                <a:ea typeface="Times New Roman"/>
                <a:cs typeface="Times New Roman"/>
                <a:sym typeface="Times New Roman"/>
              </a:defRPr>
            </a:lvl5pPr>
            <a:lvl6pPr marL="0" lvl="5" indent="0" algn="ctr" rtl="0">
              <a:lnSpc>
                <a:spcPct val="100000"/>
              </a:lnSpc>
              <a:spcBef>
                <a:spcPts val="0"/>
              </a:spcBef>
              <a:spcAft>
                <a:spcPts val="0"/>
              </a:spcAft>
              <a:buSzPts val="2400"/>
              <a:buNone/>
              <a:defRPr sz="2400" b="1">
                <a:solidFill>
                  <a:schemeClr val="dk1"/>
                </a:solidFill>
                <a:latin typeface="Times New Roman"/>
                <a:ea typeface="Times New Roman"/>
                <a:cs typeface="Times New Roman"/>
                <a:sym typeface="Times New Roman"/>
              </a:defRPr>
            </a:lvl6pPr>
            <a:lvl7pPr marL="0" lvl="6" indent="0" algn="ctr" rtl="0">
              <a:lnSpc>
                <a:spcPct val="100000"/>
              </a:lnSpc>
              <a:spcBef>
                <a:spcPts val="0"/>
              </a:spcBef>
              <a:spcAft>
                <a:spcPts val="0"/>
              </a:spcAft>
              <a:buSzPts val="2400"/>
              <a:buNone/>
              <a:defRPr sz="2400" b="1">
                <a:solidFill>
                  <a:schemeClr val="dk1"/>
                </a:solidFill>
                <a:latin typeface="Times New Roman"/>
                <a:ea typeface="Times New Roman"/>
                <a:cs typeface="Times New Roman"/>
                <a:sym typeface="Times New Roman"/>
              </a:defRPr>
            </a:lvl7pPr>
            <a:lvl8pPr marL="0" lvl="7" indent="0" algn="ctr" rtl="0">
              <a:lnSpc>
                <a:spcPct val="100000"/>
              </a:lnSpc>
              <a:spcBef>
                <a:spcPts val="0"/>
              </a:spcBef>
              <a:spcAft>
                <a:spcPts val="0"/>
              </a:spcAft>
              <a:buSzPts val="2400"/>
              <a:buNone/>
              <a:defRPr sz="2400" b="1">
                <a:solidFill>
                  <a:schemeClr val="dk1"/>
                </a:solidFill>
                <a:latin typeface="Times New Roman"/>
                <a:ea typeface="Times New Roman"/>
                <a:cs typeface="Times New Roman"/>
                <a:sym typeface="Times New Roman"/>
              </a:defRPr>
            </a:lvl8pPr>
            <a:lvl9pPr marL="0" lvl="8" indent="0" algn="ctr" rtl="0">
              <a:lnSpc>
                <a:spcPct val="100000"/>
              </a:lnSpc>
              <a:spcBef>
                <a:spcPts val="0"/>
              </a:spcBef>
              <a:spcAft>
                <a:spcPts val="0"/>
              </a:spcAft>
              <a:buSzPts val="2400"/>
              <a:buNone/>
              <a:defRPr sz="2400" b="1">
                <a:solidFill>
                  <a:schemeClr val="dk1"/>
                </a:solidFill>
                <a:latin typeface="Times New Roman"/>
                <a:ea typeface="Times New Roman"/>
                <a:cs typeface="Times New Roman"/>
                <a:sym typeface="Times New Roman"/>
              </a:defRPr>
            </a:lvl9pPr>
          </a:lstStyle>
          <a:p>
            <a:pPr marL="0" lvl="0" indent="0" algn="ctr" rtl="0">
              <a:spcBef>
                <a:spcPts val="0"/>
              </a:spcBef>
              <a:spcAft>
                <a:spcPts val="0"/>
              </a:spcAft>
              <a:buNone/>
            </a:pPr>
            <a:fld id="{00000000-1234-1234-1234-123412341234}" type="slidenum">
              <a:rPr lang="en-US"/>
              <a:t>‹#›</a:t>
            </a:fld>
            <a:endParaRPr/>
          </a:p>
        </p:txBody>
      </p:sp>
      <p:sp>
        <p:nvSpPr>
          <p:cNvPr id="184" name="Google Shape;184;g265277b142a_0_558"/>
          <p:cNvSpPr/>
          <p:nvPr/>
        </p:nvSpPr>
        <p:spPr>
          <a:xfrm>
            <a:off x="-25758" y="9528562"/>
            <a:ext cx="300078" cy="130345"/>
          </a:xfrm>
          <a:custGeom>
            <a:avLst/>
            <a:gdLst/>
            <a:ahLst/>
            <a:cxnLst/>
            <a:rect l="l" t="t" r="r" b="b"/>
            <a:pathLst>
              <a:path w="18288000" h="163812" extrusionOk="0">
                <a:moveTo>
                  <a:pt x="0" y="0"/>
                </a:moveTo>
                <a:lnTo>
                  <a:pt x="18288000" y="0"/>
                </a:lnTo>
                <a:lnTo>
                  <a:pt x="18288000" y="163812"/>
                </a:lnTo>
                <a:lnTo>
                  <a:pt x="0" y="163812"/>
                </a:lnTo>
                <a:lnTo>
                  <a:pt x="0" y="0"/>
                </a:lnTo>
                <a:close/>
              </a:path>
            </a:pathLst>
          </a:custGeom>
          <a:blipFill rotWithShape="1">
            <a:blip r:embed="rId2">
              <a:alphaModFix/>
            </a:blip>
            <a:stretch>
              <a:fillRect l="-9769" r="-9779"/>
            </a:stretch>
          </a:blipFill>
          <a:ln>
            <a:noFill/>
          </a:ln>
          <a:effectLst>
            <a:outerShdw blurRad="57150" dist="19050" dir="5400000" algn="bl" rotWithShape="0">
              <a:srgbClr val="000000">
                <a:alpha val="49800"/>
              </a:srgbClr>
            </a:outerShdw>
          </a:effectLst>
        </p:spPr>
      </p:sp>
      <p:grpSp>
        <p:nvGrpSpPr>
          <p:cNvPr id="185" name="Google Shape;185;g265277b142a_0_558"/>
          <p:cNvGrpSpPr/>
          <p:nvPr/>
        </p:nvGrpSpPr>
        <p:grpSpPr>
          <a:xfrm>
            <a:off x="-5315" y="1489750"/>
            <a:ext cx="18288001" cy="8839257"/>
            <a:chOff x="0" y="1760246"/>
            <a:chExt cx="18288001" cy="8341225"/>
          </a:xfrm>
        </p:grpSpPr>
        <p:sp>
          <p:nvSpPr>
            <p:cNvPr id="186" name="Google Shape;186;g265277b142a_0_558"/>
            <p:cNvSpPr/>
            <p:nvPr/>
          </p:nvSpPr>
          <p:spPr>
            <a:xfrm>
              <a:off x="0" y="1760246"/>
              <a:ext cx="18288000" cy="127824"/>
            </a:xfrm>
            <a:custGeom>
              <a:avLst/>
              <a:gdLst/>
              <a:ahLst/>
              <a:cxnLst/>
              <a:rect l="l" t="t" r="r" b="b"/>
              <a:pathLst>
                <a:path w="18288000" h="127824" extrusionOk="0">
                  <a:moveTo>
                    <a:pt x="0" y="0"/>
                  </a:moveTo>
                  <a:lnTo>
                    <a:pt x="18288000" y="0"/>
                  </a:lnTo>
                  <a:lnTo>
                    <a:pt x="18288000" y="127824"/>
                  </a:lnTo>
                  <a:lnTo>
                    <a:pt x="0" y="127824"/>
                  </a:lnTo>
                  <a:lnTo>
                    <a:pt x="0" y="0"/>
                  </a:lnTo>
                  <a:close/>
                </a:path>
              </a:pathLst>
            </a:custGeom>
            <a:blipFill rotWithShape="1">
              <a:blip r:embed="rId3">
                <a:alphaModFix/>
              </a:blip>
              <a:stretch>
                <a:fillRect/>
              </a:stretch>
            </a:blipFill>
            <a:ln>
              <a:noFill/>
            </a:ln>
          </p:spPr>
        </p:sp>
        <p:grpSp>
          <p:nvGrpSpPr>
            <p:cNvPr id="187" name="Google Shape;187;g265277b142a_0_558"/>
            <p:cNvGrpSpPr/>
            <p:nvPr/>
          </p:nvGrpSpPr>
          <p:grpSpPr>
            <a:xfrm>
              <a:off x="133139" y="9007537"/>
              <a:ext cx="18154862" cy="1093934"/>
              <a:chOff x="133152" y="8926424"/>
              <a:chExt cx="18154862" cy="1093934"/>
            </a:xfrm>
          </p:grpSpPr>
          <p:sp>
            <p:nvSpPr>
              <p:cNvPr id="188" name="Google Shape;188;g265277b142a_0_558"/>
              <p:cNvSpPr/>
              <p:nvPr/>
            </p:nvSpPr>
            <p:spPr>
              <a:xfrm>
                <a:off x="1228822" y="9265013"/>
                <a:ext cx="17059192" cy="123001"/>
              </a:xfrm>
              <a:custGeom>
                <a:avLst/>
                <a:gdLst/>
                <a:ahLst/>
                <a:cxnLst/>
                <a:rect l="l" t="t" r="r" b="b"/>
                <a:pathLst>
                  <a:path w="18288000" h="163812" extrusionOk="0">
                    <a:moveTo>
                      <a:pt x="0" y="0"/>
                    </a:moveTo>
                    <a:lnTo>
                      <a:pt x="18288000" y="0"/>
                    </a:lnTo>
                    <a:lnTo>
                      <a:pt x="18288000" y="163812"/>
                    </a:lnTo>
                    <a:lnTo>
                      <a:pt x="0" y="163812"/>
                    </a:lnTo>
                    <a:lnTo>
                      <a:pt x="0" y="0"/>
                    </a:lnTo>
                    <a:close/>
                  </a:path>
                </a:pathLst>
              </a:custGeom>
              <a:blipFill rotWithShape="1">
                <a:blip r:embed="rId2">
                  <a:alphaModFix/>
                </a:blip>
                <a:stretch>
                  <a:fillRect l="-9769" r="-9779"/>
                </a:stretch>
              </a:blipFill>
              <a:ln>
                <a:noFill/>
              </a:ln>
            </p:spPr>
          </p:sp>
          <p:sp>
            <p:nvSpPr>
              <p:cNvPr id="189" name="Google Shape;189;g265277b142a_0_558"/>
              <p:cNvSpPr/>
              <p:nvPr/>
            </p:nvSpPr>
            <p:spPr>
              <a:xfrm>
                <a:off x="133152" y="8926424"/>
                <a:ext cx="1095669" cy="1093934"/>
              </a:xfrm>
              <a:custGeom>
                <a:avLst/>
                <a:gdLst/>
                <a:ahLst/>
                <a:cxnLst/>
                <a:rect l="l" t="t" r="r" b="b"/>
                <a:pathLst>
                  <a:path w="1611474" h="1509445" extrusionOk="0">
                    <a:moveTo>
                      <a:pt x="0" y="0"/>
                    </a:moveTo>
                    <a:lnTo>
                      <a:pt x="1611474" y="0"/>
                    </a:lnTo>
                    <a:lnTo>
                      <a:pt x="1611474" y="1509445"/>
                    </a:lnTo>
                    <a:lnTo>
                      <a:pt x="0" y="1509445"/>
                    </a:lnTo>
                    <a:lnTo>
                      <a:pt x="0" y="0"/>
                    </a:lnTo>
                    <a:close/>
                  </a:path>
                </a:pathLst>
              </a:custGeom>
              <a:blipFill rotWithShape="1">
                <a:blip r:embed="rId4">
                  <a:alphaModFix/>
                </a:blip>
                <a:stretch>
                  <a:fillRect r="-9888"/>
                </a:stretch>
              </a:blipFill>
              <a:ln>
                <a:noFill/>
              </a:ln>
            </p:spPr>
          </p:sp>
          <p:sp>
            <p:nvSpPr>
              <p:cNvPr id="190" name="Google Shape;190;g265277b142a_0_558"/>
              <p:cNvSpPr txBox="1"/>
              <p:nvPr/>
            </p:nvSpPr>
            <p:spPr>
              <a:xfrm>
                <a:off x="13920703" y="9503293"/>
                <a:ext cx="4082725" cy="487932"/>
              </a:xfrm>
              <a:prstGeom prst="rect">
                <a:avLst/>
              </a:prstGeom>
              <a:noFill/>
              <a:ln>
                <a:noFill/>
              </a:ln>
            </p:spPr>
            <p:txBody>
              <a:bodyPr spcFirstLastPara="1" wrap="square" lIns="0" tIns="0" rIns="0" bIns="0" anchor="t" anchorCtr="0">
                <a:spAutoFit/>
              </a:bodyPr>
              <a:lstStyle/>
              <a:p>
                <a:pPr marL="0" marR="0" lvl="0" indent="0" algn="ctr" rtl="0">
                  <a:lnSpc>
                    <a:spcPct val="140013"/>
                  </a:lnSpc>
                  <a:spcBef>
                    <a:spcPts val="0"/>
                  </a:spcBef>
                  <a:spcAft>
                    <a:spcPts val="0"/>
                  </a:spcAft>
                  <a:buClr>
                    <a:srgbClr val="000000"/>
                  </a:buClr>
                  <a:buSzPts val="3004"/>
                  <a:buFont typeface="Arial"/>
                  <a:buNone/>
                </a:pPr>
                <a:r>
                  <a:rPr lang="en-US" sz="2400" b="1" i="0" u="none" strike="noStrike" cap="none" dirty="0">
                    <a:solidFill>
                      <a:srgbClr val="820112"/>
                    </a:solidFill>
                    <a:latin typeface="Times"/>
                    <a:ea typeface="Times"/>
                    <a:cs typeface="Times"/>
                    <a:sym typeface="Times"/>
                  </a:rPr>
                  <a:t>Department Of CSE, IIUC</a:t>
                </a:r>
                <a:endParaRPr sz="2400" b="0" i="0" u="none" strike="noStrike" cap="none" dirty="0">
                  <a:solidFill>
                    <a:srgbClr val="000000"/>
                  </a:solidFill>
                  <a:latin typeface="Arial"/>
                  <a:ea typeface="Arial"/>
                  <a:cs typeface="Arial"/>
                  <a:sym typeface="Arial"/>
                </a:endParaRPr>
              </a:p>
            </p:txBody>
          </p:sp>
        </p:grpSp>
      </p:grpSp>
      <p:sp>
        <p:nvSpPr>
          <p:cNvPr id="191" name="Google Shape;191;g265277b142a_0_558"/>
          <p:cNvSpPr txBox="1"/>
          <p:nvPr/>
        </p:nvSpPr>
        <p:spPr>
          <a:xfrm>
            <a:off x="619425" y="334300"/>
            <a:ext cx="16321500" cy="958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3200">
              <a:solidFill>
                <a:schemeClr val="dk1"/>
              </a:solidFill>
              <a:latin typeface="Calibri"/>
              <a:ea typeface="Calibri"/>
              <a:cs typeface="Calibri"/>
              <a:sym typeface="Calibri"/>
            </a:endParaRPr>
          </a:p>
        </p:txBody>
      </p:sp>
      <p:sp>
        <p:nvSpPr>
          <p:cNvPr id="192" name="Google Shape;192;g265277b142a_0_558"/>
          <p:cNvSpPr txBox="1"/>
          <p:nvPr/>
        </p:nvSpPr>
        <p:spPr>
          <a:xfrm>
            <a:off x="127825" y="137650"/>
            <a:ext cx="18042300" cy="1268663"/>
          </a:xfrm>
          <a:prstGeom prst="rect">
            <a:avLst/>
          </a:prstGeom>
          <a:solidFill>
            <a:schemeClr val="lt2"/>
          </a:solid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3200">
              <a:solidFill>
                <a:schemeClr val="dk1"/>
              </a:solidFill>
              <a:latin typeface="Calibri"/>
              <a:ea typeface="Calibri"/>
              <a:cs typeface="Calibri"/>
              <a:sym typeface="Calibri"/>
            </a:endParaRPr>
          </a:p>
        </p:txBody>
      </p:sp>
      <p:sp>
        <p:nvSpPr>
          <p:cNvPr id="193" name="Google Shape;193;g265277b142a_0_558"/>
          <p:cNvSpPr txBox="1">
            <a:spLocks noGrp="1"/>
          </p:cNvSpPr>
          <p:nvPr>
            <p:ph type="title"/>
          </p:nvPr>
        </p:nvSpPr>
        <p:spPr>
          <a:xfrm>
            <a:off x="127825" y="137650"/>
            <a:ext cx="18042300" cy="1155450"/>
          </a:xfrm>
          <a:prstGeom prst="rect">
            <a:avLst/>
          </a:prstGeom>
          <a:solidFill>
            <a:schemeClr val="lt2"/>
          </a:solidFill>
        </p:spPr>
        <p:txBody>
          <a:bodyPr spcFirstLastPara="1" wrap="square" lIns="91425" tIns="45700" rIns="91425" bIns="45700" anchor="t" anchorCtr="0">
            <a:normAutofit/>
          </a:bodyPr>
          <a:lstStyle>
            <a:lvl1pPr lvl="0">
              <a:spcBef>
                <a:spcPts val="0"/>
              </a:spcBef>
              <a:spcAft>
                <a:spcPts val="0"/>
              </a:spcAft>
              <a:buSzPts val="4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194" name="Google Shape;194;g265277b142a_0_558"/>
          <p:cNvSpPr txBox="1">
            <a:spLocks noGrp="1"/>
          </p:cNvSpPr>
          <p:nvPr>
            <p:ph type="body" idx="1"/>
          </p:nvPr>
        </p:nvSpPr>
        <p:spPr>
          <a:xfrm>
            <a:off x="274320" y="1984011"/>
            <a:ext cx="17723780" cy="7185746"/>
          </a:xfrm>
          <a:prstGeom prst="rect">
            <a:avLst/>
          </a:prstGeom>
        </p:spPr>
        <p:txBody>
          <a:bodyPr spcFirstLastPara="1" wrap="square" lIns="91425" tIns="45700" rIns="91425" bIns="45700" anchor="t" anchorCtr="0">
            <a:normAutofit/>
          </a:bodyPr>
          <a:lstStyle>
            <a:lvl1pPr marL="457200" lvl="0" indent="-431800">
              <a:spcBef>
                <a:spcPts val="640"/>
              </a:spcBef>
              <a:spcAft>
                <a:spcPts val="0"/>
              </a:spcAft>
              <a:buSzPts val="3200"/>
              <a:buChar char="•"/>
              <a:defRPr/>
            </a:lvl1pPr>
            <a:lvl2pPr marL="914400" lvl="1" indent="-406400">
              <a:spcBef>
                <a:spcPts val="560"/>
              </a:spcBef>
              <a:spcAft>
                <a:spcPts val="0"/>
              </a:spcAft>
              <a:buSzPts val="2800"/>
              <a:buChar char="–"/>
              <a:defRPr/>
            </a:lvl2pPr>
            <a:lvl3pPr marL="1371600" lvl="2" indent="-381000">
              <a:spcBef>
                <a:spcPts val="480"/>
              </a:spcBef>
              <a:spcAft>
                <a:spcPts val="0"/>
              </a:spcAft>
              <a:buSzPts val="2400"/>
              <a:buChar char="•"/>
              <a:defRPr/>
            </a:lvl3pPr>
            <a:lvl4pPr marL="1828800" lvl="3" indent="-355600">
              <a:spcBef>
                <a:spcPts val="400"/>
              </a:spcBef>
              <a:spcAft>
                <a:spcPts val="0"/>
              </a:spcAft>
              <a:buSzPts val="2000"/>
              <a:buChar char="–"/>
              <a:defRPr/>
            </a:lvl4pPr>
            <a:lvl5pPr marL="2286000" lvl="4" indent="-355600">
              <a:spcBef>
                <a:spcPts val="400"/>
              </a:spcBef>
              <a:spcAft>
                <a:spcPts val="0"/>
              </a:spcAft>
              <a:buSzPts val="2000"/>
              <a:buChar char="»"/>
              <a:defRPr/>
            </a:lvl5pPr>
            <a:lvl6pPr marL="2743200" lvl="5" indent="-355600">
              <a:spcBef>
                <a:spcPts val="400"/>
              </a:spcBef>
              <a:spcAft>
                <a:spcPts val="0"/>
              </a:spcAft>
              <a:buSzPts val="2000"/>
              <a:buChar char="•"/>
              <a:defRPr/>
            </a:lvl6pPr>
            <a:lvl7pPr marL="3200400" lvl="6" indent="-355600">
              <a:spcBef>
                <a:spcPts val="400"/>
              </a:spcBef>
              <a:spcAft>
                <a:spcPts val="0"/>
              </a:spcAft>
              <a:buSzPts val="2000"/>
              <a:buChar char="•"/>
              <a:defRPr/>
            </a:lvl7pPr>
            <a:lvl8pPr marL="3657600" lvl="7" indent="-355600">
              <a:spcBef>
                <a:spcPts val="400"/>
              </a:spcBef>
              <a:spcAft>
                <a:spcPts val="0"/>
              </a:spcAft>
              <a:buSzPts val="2000"/>
              <a:buChar char="•"/>
              <a:defRPr/>
            </a:lvl8pPr>
            <a:lvl9pPr marL="4114800" lvl="8" indent="-355600">
              <a:spcBef>
                <a:spcPts val="400"/>
              </a:spcBef>
              <a:spcAft>
                <a:spcPts val="0"/>
              </a:spcAft>
              <a:buSzPts val="2000"/>
              <a:buChar char="•"/>
              <a:defRPr/>
            </a:lvl9pPr>
          </a:lstStyle>
          <a:p>
            <a:endParaRPr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Nafisa" type="blank" preserve="1">
  <p:cSld name="1_Nafisa">
    <p:spTree>
      <p:nvGrpSpPr>
        <p:cNvPr id="1" name="Shape 180"/>
        <p:cNvGrpSpPr/>
        <p:nvPr/>
      </p:nvGrpSpPr>
      <p:grpSpPr>
        <a:xfrm>
          <a:off x="0" y="0"/>
          <a:ext cx="0" cy="0"/>
          <a:chOff x="0" y="0"/>
          <a:chExt cx="0" cy="0"/>
        </a:xfrm>
      </p:grpSpPr>
      <p:sp>
        <p:nvSpPr>
          <p:cNvPr id="181" name="Google Shape;181;g265277b142a_0_558"/>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82" name="Google Shape;182;g265277b142a_0_558"/>
          <p:cNvSpPr txBox="1">
            <a:spLocks noGrp="1"/>
          </p:cNvSpPr>
          <p:nvPr>
            <p:ph type="ftr" idx="11"/>
          </p:nvPr>
        </p:nvSpPr>
        <p:spPr>
          <a:xfrm>
            <a:off x="3124200" y="3947650"/>
            <a:ext cx="2895600" cy="27738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83" name="Google Shape;183;g265277b142a_0_558"/>
          <p:cNvSpPr txBox="1">
            <a:spLocks noGrp="1"/>
          </p:cNvSpPr>
          <p:nvPr>
            <p:ph type="sldNum" idx="12"/>
          </p:nvPr>
        </p:nvSpPr>
        <p:spPr>
          <a:xfrm>
            <a:off x="8577475" y="9843102"/>
            <a:ext cx="1143000" cy="393000"/>
          </a:xfrm>
          <a:prstGeom prst="rect">
            <a:avLst/>
          </a:prstGeom>
          <a:noFill/>
          <a:ln>
            <a:noFill/>
          </a:ln>
        </p:spPr>
        <p:txBody>
          <a:bodyPr spcFirstLastPara="1" wrap="square" lIns="91425" tIns="45700" rIns="91425" bIns="45700" anchor="ctr" anchorCtr="0">
            <a:noAutofit/>
          </a:bodyPr>
          <a:lstStyle>
            <a:lvl1pPr marL="0" lvl="0" indent="0" algn="ctr" rtl="0">
              <a:lnSpc>
                <a:spcPct val="100000"/>
              </a:lnSpc>
              <a:spcBef>
                <a:spcPts val="0"/>
              </a:spcBef>
              <a:spcAft>
                <a:spcPts val="0"/>
              </a:spcAft>
              <a:buSzPts val="2400"/>
              <a:buNone/>
              <a:defRPr sz="2400" b="1">
                <a:solidFill>
                  <a:schemeClr val="dk1"/>
                </a:solidFill>
                <a:latin typeface="Times New Roman"/>
                <a:ea typeface="Times New Roman"/>
                <a:cs typeface="Times New Roman"/>
                <a:sym typeface="Times New Roman"/>
              </a:defRPr>
            </a:lvl1pPr>
            <a:lvl2pPr marL="0" lvl="1" indent="0" algn="ctr" rtl="0">
              <a:lnSpc>
                <a:spcPct val="100000"/>
              </a:lnSpc>
              <a:spcBef>
                <a:spcPts val="0"/>
              </a:spcBef>
              <a:spcAft>
                <a:spcPts val="0"/>
              </a:spcAft>
              <a:buSzPts val="2400"/>
              <a:buNone/>
              <a:defRPr sz="2400" b="1">
                <a:solidFill>
                  <a:schemeClr val="dk1"/>
                </a:solidFill>
                <a:latin typeface="Times New Roman"/>
                <a:ea typeface="Times New Roman"/>
                <a:cs typeface="Times New Roman"/>
                <a:sym typeface="Times New Roman"/>
              </a:defRPr>
            </a:lvl2pPr>
            <a:lvl3pPr marL="0" lvl="2" indent="0" algn="ctr" rtl="0">
              <a:lnSpc>
                <a:spcPct val="100000"/>
              </a:lnSpc>
              <a:spcBef>
                <a:spcPts val="0"/>
              </a:spcBef>
              <a:spcAft>
                <a:spcPts val="0"/>
              </a:spcAft>
              <a:buSzPts val="2400"/>
              <a:buNone/>
              <a:defRPr sz="2400" b="1">
                <a:solidFill>
                  <a:schemeClr val="dk1"/>
                </a:solidFill>
                <a:latin typeface="Times New Roman"/>
                <a:ea typeface="Times New Roman"/>
                <a:cs typeface="Times New Roman"/>
                <a:sym typeface="Times New Roman"/>
              </a:defRPr>
            </a:lvl3pPr>
            <a:lvl4pPr marL="0" lvl="3" indent="0" algn="ctr" rtl="0">
              <a:lnSpc>
                <a:spcPct val="100000"/>
              </a:lnSpc>
              <a:spcBef>
                <a:spcPts val="0"/>
              </a:spcBef>
              <a:spcAft>
                <a:spcPts val="0"/>
              </a:spcAft>
              <a:buSzPts val="2400"/>
              <a:buNone/>
              <a:defRPr sz="2400" b="1">
                <a:solidFill>
                  <a:schemeClr val="dk1"/>
                </a:solidFill>
                <a:latin typeface="Times New Roman"/>
                <a:ea typeface="Times New Roman"/>
                <a:cs typeface="Times New Roman"/>
                <a:sym typeface="Times New Roman"/>
              </a:defRPr>
            </a:lvl4pPr>
            <a:lvl5pPr marL="0" lvl="4" indent="0" algn="ctr" rtl="0">
              <a:lnSpc>
                <a:spcPct val="100000"/>
              </a:lnSpc>
              <a:spcBef>
                <a:spcPts val="0"/>
              </a:spcBef>
              <a:spcAft>
                <a:spcPts val="0"/>
              </a:spcAft>
              <a:buSzPts val="2400"/>
              <a:buNone/>
              <a:defRPr sz="2400" b="1">
                <a:solidFill>
                  <a:schemeClr val="dk1"/>
                </a:solidFill>
                <a:latin typeface="Times New Roman"/>
                <a:ea typeface="Times New Roman"/>
                <a:cs typeface="Times New Roman"/>
                <a:sym typeface="Times New Roman"/>
              </a:defRPr>
            </a:lvl5pPr>
            <a:lvl6pPr marL="0" lvl="5" indent="0" algn="ctr" rtl="0">
              <a:lnSpc>
                <a:spcPct val="100000"/>
              </a:lnSpc>
              <a:spcBef>
                <a:spcPts val="0"/>
              </a:spcBef>
              <a:spcAft>
                <a:spcPts val="0"/>
              </a:spcAft>
              <a:buSzPts val="2400"/>
              <a:buNone/>
              <a:defRPr sz="2400" b="1">
                <a:solidFill>
                  <a:schemeClr val="dk1"/>
                </a:solidFill>
                <a:latin typeface="Times New Roman"/>
                <a:ea typeface="Times New Roman"/>
                <a:cs typeface="Times New Roman"/>
                <a:sym typeface="Times New Roman"/>
              </a:defRPr>
            </a:lvl6pPr>
            <a:lvl7pPr marL="0" lvl="6" indent="0" algn="ctr" rtl="0">
              <a:lnSpc>
                <a:spcPct val="100000"/>
              </a:lnSpc>
              <a:spcBef>
                <a:spcPts val="0"/>
              </a:spcBef>
              <a:spcAft>
                <a:spcPts val="0"/>
              </a:spcAft>
              <a:buSzPts val="2400"/>
              <a:buNone/>
              <a:defRPr sz="2400" b="1">
                <a:solidFill>
                  <a:schemeClr val="dk1"/>
                </a:solidFill>
                <a:latin typeface="Times New Roman"/>
                <a:ea typeface="Times New Roman"/>
                <a:cs typeface="Times New Roman"/>
                <a:sym typeface="Times New Roman"/>
              </a:defRPr>
            </a:lvl7pPr>
            <a:lvl8pPr marL="0" lvl="7" indent="0" algn="ctr" rtl="0">
              <a:lnSpc>
                <a:spcPct val="100000"/>
              </a:lnSpc>
              <a:spcBef>
                <a:spcPts val="0"/>
              </a:spcBef>
              <a:spcAft>
                <a:spcPts val="0"/>
              </a:spcAft>
              <a:buSzPts val="2400"/>
              <a:buNone/>
              <a:defRPr sz="2400" b="1">
                <a:solidFill>
                  <a:schemeClr val="dk1"/>
                </a:solidFill>
                <a:latin typeface="Times New Roman"/>
                <a:ea typeface="Times New Roman"/>
                <a:cs typeface="Times New Roman"/>
                <a:sym typeface="Times New Roman"/>
              </a:defRPr>
            </a:lvl8pPr>
            <a:lvl9pPr marL="0" lvl="8" indent="0" algn="ctr" rtl="0">
              <a:lnSpc>
                <a:spcPct val="100000"/>
              </a:lnSpc>
              <a:spcBef>
                <a:spcPts val="0"/>
              </a:spcBef>
              <a:spcAft>
                <a:spcPts val="0"/>
              </a:spcAft>
              <a:buSzPts val="2400"/>
              <a:buNone/>
              <a:defRPr sz="2400" b="1">
                <a:solidFill>
                  <a:schemeClr val="dk1"/>
                </a:solidFill>
                <a:latin typeface="Times New Roman"/>
                <a:ea typeface="Times New Roman"/>
                <a:cs typeface="Times New Roman"/>
                <a:sym typeface="Times New Roman"/>
              </a:defRPr>
            </a:lvl9pPr>
          </a:lstStyle>
          <a:p>
            <a:pPr marL="0" lvl="0" indent="0" algn="ctr" rtl="0">
              <a:spcBef>
                <a:spcPts val="0"/>
              </a:spcBef>
              <a:spcAft>
                <a:spcPts val="0"/>
              </a:spcAft>
              <a:buNone/>
            </a:pPr>
            <a:fld id="{00000000-1234-1234-1234-123412341234}" type="slidenum">
              <a:rPr lang="en-US"/>
              <a:t>‹#›</a:t>
            </a:fld>
            <a:endParaRPr/>
          </a:p>
        </p:txBody>
      </p:sp>
      <p:sp>
        <p:nvSpPr>
          <p:cNvPr id="184" name="Google Shape;184;g265277b142a_0_558"/>
          <p:cNvSpPr/>
          <p:nvPr/>
        </p:nvSpPr>
        <p:spPr>
          <a:xfrm>
            <a:off x="-25758" y="9528562"/>
            <a:ext cx="300078" cy="130345"/>
          </a:xfrm>
          <a:custGeom>
            <a:avLst/>
            <a:gdLst/>
            <a:ahLst/>
            <a:cxnLst/>
            <a:rect l="l" t="t" r="r" b="b"/>
            <a:pathLst>
              <a:path w="18288000" h="163812" extrusionOk="0">
                <a:moveTo>
                  <a:pt x="0" y="0"/>
                </a:moveTo>
                <a:lnTo>
                  <a:pt x="18288000" y="0"/>
                </a:lnTo>
                <a:lnTo>
                  <a:pt x="18288000" y="163812"/>
                </a:lnTo>
                <a:lnTo>
                  <a:pt x="0" y="163812"/>
                </a:lnTo>
                <a:lnTo>
                  <a:pt x="0" y="0"/>
                </a:lnTo>
                <a:close/>
              </a:path>
            </a:pathLst>
          </a:custGeom>
          <a:blipFill rotWithShape="1">
            <a:blip r:embed="rId2">
              <a:alphaModFix/>
            </a:blip>
            <a:stretch>
              <a:fillRect l="-9769" r="-9779"/>
            </a:stretch>
          </a:blipFill>
          <a:ln>
            <a:noFill/>
          </a:ln>
          <a:effectLst>
            <a:outerShdw blurRad="57150" dist="19050" dir="5400000" algn="bl" rotWithShape="0">
              <a:srgbClr val="000000">
                <a:alpha val="49800"/>
              </a:srgbClr>
            </a:outerShdw>
          </a:effectLst>
        </p:spPr>
      </p:sp>
      <p:grpSp>
        <p:nvGrpSpPr>
          <p:cNvPr id="185" name="Google Shape;185;g265277b142a_0_558"/>
          <p:cNvGrpSpPr/>
          <p:nvPr/>
        </p:nvGrpSpPr>
        <p:grpSpPr>
          <a:xfrm>
            <a:off x="-5315" y="1489750"/>
            <a:ext cx="18293315" cy="8839257"/>
            <a:chOff x="0" y="1760246"/>
            <a:chExt cx="18293315" cy="8341225"/>
          </a:xfrm>
        </p:grpSpPr>
        <p:sp>
          <p:nvSpPr>
            <p:cNvPr id="186" name="Google Shape;186;g265277b142a_0_558"/>
            <p:cNvSpPr/>
            <p:nvPr/>
          </p:nvSpPr>
          <p:spPr>
            <a:xfrm>
              <a:off x="0" y="1760246"/>
              <a:ext cx="18288000" cy="127824"/>
            </a:xfrm>
            <a:custGeom>
              <a:avLst/>
              <a:gdLst/>
              <a:ahLst/>
              <a:cxnLst/>
              <a:rect l="l" t="t" r="r" b="b"/>
              <a:pathLst>
                <a:path w="18288000" h="127824" extrusionOk="0">
                  <a:moveTo>
                    <a:pt x="0" y="0"/>
                  </a:moveTo>
                  <a:lnTo>
                    <a:pt x="18288000" y="0"/>
                  </a:lnTo>
                  <a:lnTo>
                    <a:pt x="18288000" y="127824"/>
                  </a:lnTo>
                  <a:lnTo>
                    <a:pt x="0" y="127824"/>
                  </a:lnTo>
                  <a:lnTo>
                    <a:pt x="0" y="0"/>
                  </a:lnTo>
                  <a:close/>
                </a:path>
              </a:pathLst>
            </a:custGeom>
            <a:blipFill rotWithShape="1">
              <a:blip r:embed="rId3">
                <a:alphaModFix/>
              </a:blip>
              <a:stretch>
                <a:fillRect/>
              </a:stretch>
            </a:blipFill>
            <a:ln>
              <a:noFill/>
            </a:ln>
          </p:spPr>
        </p:sp>
        <p:grpSp>
          <p:nvGrpSpPr>
            <p:cNvPr id="187" name="Google Shape;187;g265277b142a_0_558"/>
            <p:cNvGrpSpPr/>
            <p:nvPr/>
          </p:nvGrpSpPr>
          <p:grpSpPr>
            <a:xfrm>
              <a:off x="133139" y="9007537"/>
              <a:ext cx="18160176" cy="1093934"/>
              <a:chOff x="133152" y="8926424"/>
              <a:chExt cx="18160176" cy="1093934"/>
            </a:xfrm>
          </p:grpSpPr>
          <p:sp>
            <p:nvSpPr>
              <p:cNvPr id="188" name="Google Shape;188;g265277b142a_0_558"/>
              <p:cNvSpPr/>
              <p:nvPr/>
            </p:nvSpPr>
            <p:spPr>
              <a:xfrm>
                <a:off x="1228822" y="9265013"/>
                <a:ext cx="17064506" cy="123001"/>
              </a:xfrm>
              <a:custGeom>
                <a:avLst/>
                <a:gdLst/>
                <a:ahLst/>
                <a:cxnLst/>
                <a:rect l="l" t="t" r="r" b="b"/>
                <a:pathLst>
                  <a:path w="18288000" h="163812" extrusionOk="0">
                    <a:moveTo>
                      <a:pt x="0" y="0"/>
                    </a:moveTo>
                    <a:lnTo>
                      <a:pt x="18288000" y="0"/>
                    </a:lnTo>
                    <a:lnTo>
                      <a:pt x="18288000" y="163812"/>
                    </a:lnTo>
                    <a:lnTo>
                      <a:pt x="0" y="163812"/>
                    </a:lnTo>
                    <a:lnTo>
                      <a:pt x="0" y="0"/>
                    </a:lnTo>
                    <a:close/>
                  </a:path>
                </a:pathLst>
              </a:custGeom>
              <a:blipFill rotWithShape="1">
                <a:blip r:embed="rId2">
                  <a:alphaModFix/>
                </a:blip>
                <a:stretch>
                  <a:fillRect l="-9769" r="-9779"/>
                </a:stretch>
              </a:blipFill>
              <a:ln>
                <a:noFill/>
              </a:ln>
            </p:spPr>
          </p:sp>
          <p:sp>
            <p:nvSpPr>
              <p:cNvPr id="189" name="Google Shape;189;g265277b142a_0_558"/>
              <p:cNvSpPr/>
              <p:nvPr/>
            </p:nvSpPr>
            <p:spPr>
              <a:xfrm>
                <a:off x="133152" y="8926424"/>
                <a:ext cx="1095669" cy="1093934"/>
              </a:xfrm>
              <a:custGeom>
                <a:avLst/>
                <a:gdLst/>
                <a:ahLst/>
                <a:cxnLst/>
                <a:rect l="l" t="t" r="r" b="b"/>
                <a:pathLst>
                  <a:path w="1611474" h="1509445" extrusionOk="0">
                    <a:moveTo>
                      <a:pt x="0" y="0"/>
                    </a:moveTo>
                    <a:lnTo>
                      <a:pt x="1611474" y="0"/>
                    </a:lnTo>
                    <a:lnTo>
                      <a:pt x="1611474" y="1509445"/>
                    </a:lnTo>
                    <a:lnTo>
                      <a:pt x="0" y="1509445"/>
                    </a:lnTo>
                    <a:lnTo>
                      <a:pt x="0" y="0"/>
                    </a:lnTo>
                    <a:close/>
                  </a:path>
                </a:pathLst>
              </a:custGeom>
              <a:blipFill rotWithShape="1">
                <a:blip r:embed="rId4">
                  <a:alphaModFix/>
                </a:blip>
                <a:stretch>
                  <a:fillRect r="-9888"/>
                </a:stretch>
              </a:blipFill>
              <a:ln>
                <a:noFill/>
              </a:ln>
            </p:spPr>
          </p:sp>
          <p:sp>
            <p:nvSpPr>
              <p:cNvPr id="190" name="Google Shape;190;g265277b142a_0_558"/>
              <p:cNvSpPr txBox="1"/>
              <p:nvPr/>
            </p:nvSpPr>
            <p:spPr>
              <a:xfrm>
                <a:off x="13920703" y="9503293"/>
                <a:ext cx="4082725" cy="487932"/>
              </a:xfrm>
              <a:prstGeom prst="rect">
                <a:avLst/>
              </a:prstGeom>
              <a:noFill/>
              <a:ln>
                <a:noFill/>
              </a:ln>
            </p:spPr>
            <p:txBody>
              <a:bodyPr spcFirstLastPara="1" wrap="square" lIns="0" tIns="0" rIns="0" bIns="0" anchor="t" anchorCtr="0">
                <a:spAutoFit/>
              </a:bodyPr>
              <a:lstStyle/>
              <a:p>
                <a:pPr marL="0" marR="0" lvl="0" indent="0" algn="ctr" rtl="0">
                  <a:lnSpc>
                    <a:spcPct val="140013"/>
                  </a:lnSpc>
                  <a:spcBef>
                    <a:spcPts val="0"/>
                  </a:spcBef>
                  <a:spcAft>
                    <a:spcPts val="0"/>
                  </a:spcAft>
                  <a:buClr>
                    <a:srgbClr val="000000"/>
                  </a:buClr>
                  <a:buSzPts val="3004"/>
                  <a:buFont typeface="Arial"/>
                  <a:buNone/>
                </a:pPr>
                <a:r>
                  <a:rPr lang="en-US" sz="2400" b="1" i="0" u="none" strike="noStrike" cap="none" dirty="0">
                    <a:solidFill>
                      <a:srgbClr val="820112"/>
                    </a:solidFill>
                    <a:latin typeface="Times"/>
                    <a:ea typeface="Times"/>
                    <a:cs typeface="Times"/>
                    <a:sym typeface="Times"/>
                  </a:rPr>
                  <a:t>Department Of CSE, IIUC</a:t>
                </a:r>
                <a:endParaRPr sz="2400" b="0" i="0" u="none" strike="noStrike" cap="none" dirty="0">
                  <a:solidFill>
                    <a:srgbClr val="000000"/>
                  </a:solidFill>
                  <a:latin typeface="Arial"/>
                  <a:ea typeface="Arial"/>
                  <a:cs typeface="Arial"/>
                  <a:sym typeface="Arial"/>
                </a:endParaRPr>
              </a:p>
            </p:txBody>
          </p:sp>
        </p:grpSp>
      </p:grpSp>
      <p:sp>
        <p:nvSpPr>
          <p:cNvPr id="191" name="Google Shape;191;g265277b142a_0_558"/>
          <p:cNvSpPr txBox="1"/>
          <p:nvPr/>
        </p:nvSpPr>
        <p:spPr>
          <a:xfrm>
            <a:off x="619425" y="334300"/>
            <a:ext cx="16321500" cy="958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3200">
              <a:solidFill>
                <a:schemeClr val="dk1"/>
              </a:solidFill>
              <a:latin typeface="Calibri"/>
              <a:ea typeface="Calibri"/>
              <a:cs typeface="Calibri"/>
              <a:sym typeface="Calibri"/>
            </a:endParaRPr>
          </a:p>
        </p:txBody>
      </p:sp>
      <p:sp>
        <p:nvSpPr>
          <p:cNvPr id="192" name="Google Shape;192;g265277b142a_0_558"/>
          <p:cNvSpPr txBox="1"/>
          <p:nvPr/>
        </p:nvSpPr>
        <p:spPr>
          <a:xfrm>
            <a:off x="127825" y="137650"/>
            <a:ext cx="18042300" cy="1268663"/>
          </a:xfrm>
          <a:prstGeom prst="rect">
            <a:avLst/>
          </a:prstGeom>
          <a:solidFill>
            <a:schemeClr val="lt2"/>
          </a:solid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3200">
              <a:solidFill>
                <a:schemeClr val="dk1"/>
              </a:solidFill>
              <a:latin typeface="Calibri"/>
              <a:ea typeface="Calibri"/>
              <a:cs typeface="Calibri"/>
              <a:sym typeface="Calibri"/>
            </a:endParaRPr>
          </a:p>
        </p:txBody>
      </p:sp>
      <p:sp>
        <p:nvSpPr>
          <p:cNvPr id="193" name="Google Shape;193;g265277b142a_0_558"/>
          <p:cNvSpPr txBox="1">
            <a:spLocks noGrp="1"/>
          </p:cNvSpPr>
          <p:nvPr>
            <p:ph type="title"/>
          </p:nvPr>
        </p:nvSpPr>
        <p:spPr>
          <a:xfrm>
            <a:off x="127825" y="137650"/>
            <a:ext cx="18042300" cy="1155450"/>
          </a:xfrm>
          <a:prstGeom prst="rect">
            <a:avLst/>
          </a:prstGeom>
          <a:solidFill>
            <a:schemeClr val="lt2"/>
          </a:solidFill>
        </p:spPr>
        <p:txBody>
          <a:bodyPr spcFirstLastPara="1" wrap="square" lIns="91425" tIns="45700" rIns="91425" bIns="45700" anchor="t" anchorCtr="0">
            <a:normAutofit/>
          </a:bodyPr>
          <a:lstStyle>
            <a:lvl1pPr lvl="0">
              <a:spcBef>
                <a:spcPts val="0"/>
              </a:spcBef>
              <a:spcAft>
                <a:spcPts val="0"/>
              </a:spcAft>
              <a:buSzPts val="4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194" name="Google Shape;194;g265277b142a_0_558"/>
          <p:cNvSpPr txBox="1">
            <a:spLocks noGrp="1"/>
          </p:cNvSpPr>
          <p:nvPr>
            <p:ph type="body" idx="1"/>
          </p:nvPr>
        </p:nvSpPr>
        <p:spPr>
          <a:xfrm>
            <a:off x="274320" y="1984011"/>
            <a:ext cx="17723780" cy="7185746"/>
          </a:xfrm>
          <a:prstGeom prst="rect">
            <a:avLst/>
          </a:prstGeom>
        </p:spPr>
        <p:txBody>
          <a:bodyPr spcFirstLastPara="1" wrap="square" lIns="91425" tIns="45700" rIns="91425" bIns="45700" anchor="t" anchorCtr="0">
            <a:normAutofit/>
          </a:bodyPr>
          <a:lstStyle>
            <a:lvl1pPr marL="457200" lvl="0" indent="-431800">
              <a:spcBef>
                <a:spcPts val="640"/>
              </a:spcBef>
              <a:spcAft>
                <a:spcPts val="0"/>
              </a:spcAft>
              <a:buSzPts val="3200"/>
              <a:buChar char="•"/>
              <a:defRPr/>
            </a:lvl1pPr>
            <a:lvl2pPr marL="914400" lvl="1" indent="-406400">
              <a:spcBef>
                <a:spcPts val="560"/>
              </a:spcBef>
              <a:spcAft>
                <a:spcPts val="0"/>
              </a:spcAft>
              <a:buSzPts val="2800"/>
              <a:buChar char="–"/>
              <a:defRPr/>
            </a:lvl2pPr>
            <a:lvl3pPr marL="1371600" lvl="2" indent="-381000">
              <a:spcBef>
                <a:spcPts val="480"/>
              </a:spcBef>
              <a:spcAft>
                <a:spcPts val="0"/>
              </a:spcAft>
              <a:buSzPts val="2400"/>
              <a:buChar char="•"/>
              <a:defRPr/>
            </a:lvl3pPr>
            <a:lvl4pPr marL="1828800" lvl="3" indent="-355600">
              <a:spcBef>
                <a:spcPts val="400"/>
              </a:spcBef>
              <a:spcAft>
                <a:spcPts val="0"/>
              </a:spcAft>
              <a:buSzPts val="2000"/>
              <a:buChar char="–"/>
              <a:defRPr/>
            </a:lvl4pPr>
            <a:lvl5pPr marL="2286000" lvl="4" indent="-355600">
              <a:spcBef>
                <a:spcPts val="400"/>
              </a:spcBef>
              <a:spcAft>
                <a:spcPts val="0"/>
              </a:spcAft>
              <a:buSzPts val="2000"/>
              <a:buChar char="»"/>
              <a:defRPr/>
            </a:lvl5pPr>
            <a:lvl6pPr marL="2743200" lvl="5" indent="-355600">
              <a:spcBef>
                <a:spcPts val="400"/>
              </a:spcBef>
              <a:spcAft>
                <a:spcPts val="0"/>
              </a:spcAft>
              <a:buSzPts val="2000"/>
              <a:buChar char="•"/>
              <a:defRPr/>
            </a:lvl6pPr>
            <a:lvl7pPr marL="3200400" lvl="6" indent="-355600">
              <a:spcBef>
                <a:spcPts val="400"/>
              </a:spcBef>
              <a:spcAft>
                <a:spcPts val="0"/>
              </a:spcAft>
              <a:buSzPts val="2000"/>
              <a:buChar char="•"/>
              <a:defRPr/>
            </a:lvl7pPr>
            <a:lvl8pPr marL="3657600" lvl="7" indent="-355600">
              <a:spcBef>
                <a:spcPts val="400"/>
              </a:spcBef>
              <a:spcAft>
                <a:spcPts val="0"/>
              </a:spcAft>
              <a:buSzPts val="2000"/>
              <a:buChar char="•"/>
              <a:defRPr/>
            </a:lvl8pPr>
            <a:lvl9pPr marL="4114800" lvl="8" indent="-355600">
              <a:spcBef>
                <a:spcPts val="400"/>
              </a:spcBef>
              <a:spcAft>
                <a:spcPts val="0"/>
              </a:spcAft>
              <a:buSzPts val="2000"/>
              <a:buChar char="•"/>
              <a:defRPr/>
            </a:lvl9pPr>
          </a:lstStyle>
          <a:p>
            <a:endParaRPr dirty="0"/>
          </a:p>
        </p:txBody>
      </p:sp>
    </p:spTree>
    <p:extLst>
      <p:ext uri="{BB962C8B-B14F-4D97-AF65-F5344CB8AC3E}">
        <p14:creationId xmlns:p14="http://schemas.microsoft.com/office/powerpoint/2010/main" val="39632369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01"/>
        <p:cNvGrpSpPr/>
        <p:nvPr/>
      </p:nvGrpSpPr>
      <p:grpSpPr>
        <a:xfrm>
          <a:off x="0" y="0"/>
          <a:ext cx="0" cy="0"/>
          <a:chOff x="0" y="0"/>
          <a:chExt cx="0" cy="0"/>
        </a:xfrm>
      </p:grpSpPr>
      <p:sp>
        <p:nvSpPr>
          <p:cNvPr id="202" name="Google Shape;202;g265277b142a_0_56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rtl="0">
              <a:lnSpc>
                <a:spcPct val="100000"/>
              </a:lnSpc>
              <a:spcBef>
                <a:spcPts val="0"/>
              </a:spcBef>
              <a:spcAft>
                <a:spcPts val="0"/>
              </a:spcAft>
              <a:buClr>
                <a:schemeClr val="dk1"/>
              </a:buClr>
              <a:buSzPts val="18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03" name="Google Shape;203;g265277b142a_0_568"/>
          <p:cNvSpPr txBox="1">
            <a:spLocks noGrp="1"/>
          </p:cNvSpPr>
          <p:nvPr>
            <p:ph type="body" idx="1"/>
          </p:nvPr>
        </p:nvSpPr>
        <p:spPr>
          <a:xfrm>
            <a:off x="457200" y="1600200"/>
            <a:ext cx="8229600" cy="4526100"/>
          </a:xfrm>
          <a:prstGeom prst="rect">
            <a:avLst/>
          </a:prstGeom>
          <a:noFill/>
          <a:ln>
            <a:noFill/>
          </a:ln>
        </p:spPr>
        <p:txBody>
          <a:bodyPr spcFirstLastPara="1" wrap="square" lIns="91425" tIns="45700" rIns="91425" bIns="45700" anchor="t" anchorCtr="0">
            <a:normAutofit/>
          </a:bodyPr>
          <a:lstStyle>
            <a:lvl1pPr marL="457200" lvl="0" indent="-342900" algn="l" rtl="0">
              <a:lnSpc>
                <a:spcPct val="100000"/>
              </a:lnSpc>
              <a:spcBef>
                <a:spcPts val="360"/>
              </a:spcBef>
              <a:spcAft>
                <a:spcPts val="0"/>
              </a:spcAft>
              <a:buClr>
                <a:schemeClr val="dk1"/>
              </a:buClr>
              <a:buSzPts val="1800"/>
              <a:buChar char="•"/>
              <a:defRPr/>
            </a:lvl1pPr>
            <a:lvl2pPr marL="914400" lvl="1" indent="-342900" algn="l" rtl="0">
              <a:lnSpc>
                <a:spcPct val="100000"/>
              </a:lnSpc>
              <a:spcBef>
                <a:spcPts val="360"/>
              </a:spcBef>
              <a:spcAft>
                <a:spcPts val="0"/>
              </a:spcAft>
              <a:buClr>
                <a:schemeClr val="dk1"/>
              </a:buClr>
              <a:buSzPts val="1800"/>
              <a:buChar char="–"/>
              <a:defRPr/>
            </a:lvl2pPr>
            <a:lvl3pPr marL="1371600" lvl="2" indent="-342900" algn="l" rtl="0">
              <a:lnSpc>
                <a:spcPct val="100000"/>
              </a:lnSpc>
              <a:spcBef>
                <a:spcPts val="360"/>
              </a:spcBef>
              <a:spcAft>
                <a:spcPts val="0"/>
              </a:spcAft>
              <a:buClr>
                <a:schemeClr val="dk1"/>
              </a:buClr>
              <a:buSzPts val="1800"/>
              <a:buChar char="•"/>
              <a:defRPr/>
            </a:lvl3pPr>
            <a:lvl4pPr marL="1828800" lvl="3" indent="-342900" algn="l" rtl="0">
              <a:lnSpc>
                <a:spcPct val="100000"/>
              </a:lnSpc>
              <a:spcBef>
                <a:spcPts val="360"/>
              </a:spcBef>
              <a:spcAft>
                <a:spcPts val="0"/>
              </a:spcAft>
              <a:buClr>
                <a:schemeClr val="dk1"/>
              </a:buClr>
              <a:buSzPts val="1800"/>
              <a:buChar char="–"/>
              <a:defRPr/>
            </a:lvl4pPr>
            <a:lvl5pPr marL="2286000" lvl="4" indent="-342900" algn="l" rtl="0">
              <a:lnSpc>
                <a:spcPct val="100000"/>
              </a:lnSpc>
              <a:spcBef>
                <a:spcPts val="360"/>
              </a:spcBef>
              <a:spcAft>
                <a:spcPts val="0"/>
              </a:spcAft>
              <a:buClr>
                <a:schemeClr val="dk1"/>
              </a:buClr>
              <a:buSzPts val="1800"/>
              <a:buChar char="»"/>
              <a:defRPr/>
            </a:lvl5pPr>
            <a:lvl6pPr marL="2743200" lvl="5" indent="-342900" algn="l" rtl="0">
              <a:lnSpc>
                <a:spcPct val="100000"/>
              </a:lnSpc>
              <a:spcBef>
                <a:spcPts val="360"/>
              </a:spcBef>
              <a:spcAft>
                <a:spcPts val="0"/>
              </a:spcAft>
              <a:buClr>
                <a:schemeClr val="dk1"/>
              </a:buClr>
              <a:buSzPts val="1800"/>
              <a:buChar char="•"/>
              <a:defRPr/>
            </a:lvl6pPr>
            <a:lvl7pPr marL="3200400" lvl="6" indent="-342900" algn="l" rtl="0">
              <a:lnSpc>
                <a:spcPct val="100000"/>
              </a:lnSpc>
              <a:spcBef>
                <a:spcPts val="360"/>
              </a:spcBef>
              <a:spcAft>
                <a:spcPts val="0"/>
              </a:spcAft>
              <a:buClr>
                <a:schemeClr val="dk1"/>
              </a:buClr>
              <a:buSzPts val="1800"/>
              <a:buChar char="•"/>
              <a:defRPr/>
            </a:lvl7pPr>
            <a:lvl8pPr marL="3657600" lvl="7" indent="-342900" algn="l" rtl="0">
              <a:lnSpc>
                <a:spcPct val="100000"/>
              </a:lnSpc>
              <a:spcBef>
                <a:spcPts val="360"/>
              </a:spcBef>
              <a:spcAft>
                <a:spcPts val="0"/>
              </a:spcAft>
              <a:buClr>
                <a:schemeClr val="dk1"/>
              </a:buClr>
              <a:buSzPts val="1800"/>
              <a:buChar char="•"/>
              <a:defRPr/>
            </a:lvl8pPr>
            <a:lvl9pPr marL="4114800" lvl="8" indent="-342900" algn="l" rtl="0">
              <a:lnSpc>
                <a:spcPct val="100000"/>
              </a:lnSpc>
              <a:spcBef>
                <a:spcPts val="360"/>
              </a:spcBef>
              <a:spcAft>
                <a:spcPts val="0"/>
              </a:spcAft>
              <a:buClr>
                <a:schemeClr val="dk1"/>
              </a:buClr>
              <a:buSzPts val="1800"/>
              <a:buChar char="•"/>
              <a:defRPr/>
            </a:lvl9pPr>
          </a:lstStyle>
          <a:p>
            <a:endParaRPr dirty="0"/>
          </a:p>
        </p:txBody>
      </p:sp>
      <p:sp>
        <p:nvSpPr>
          <p:cNvPr id="204" name="Google Shape;204;g265277b142a_0_568"/>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05" name="Google Shape;205;g265277b142a_0_568"/>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06" name="Google Shape;206;g265277b142a_0_568"/>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07"/>
        <p:cNvGrpSpPr/>
        <p:nvPr/>
      </p:nvGrpSpPr>
      <p:grpSpPr>
        <a:xfrm>
          <a:off x="0" y="0"/>
          <a:ext cx="0" cy="0"/>
          <a:chOff x="0" y="0"/>
          <a:chExt cx="0" cy="0"/>
        </a:xfrm>
      </p:grpSpPr>
      <p:sp>
        <p:nvSpPr>
          <p:cNvPr id="208" name="Google Shape;208;g265277b142a_0_574"/>
          <p:cNvSpPr txBox="1">
            <a:spLocks noGrp="1"/>
          </p:cNvSpPr>
          <p:nvPr>
            <p:ph type="title"/>
          </p:nvPr>
        </p:nvSpPr>
        <p:spPr>
          <a:xfrm>
            <a:off x="722313" y="4406900"/>
            <a:ext cx="7772400" cy="1362000"/>
          </a:xfrm>
          <a:prstGeom prst="rect">
            <a:avLst/>
          </a:prstGeom>
          <a:noFill/>
          <a:ln>
            <a:noFill/>
          </a:ln>
        </p:spPr>
        <p:txBody>
          <a:bodyPr spcFirstLastPara="1" wrap="square" lIns="91425" tIns="45700" rIns="91425" bIns="45700" anchor="t" anchorCtr="0">
            <a:normAutofit/>
          </a:bodyPr>
          <a:lstStyle>
            <a:lvl1pPr lvl="0" algn="l" rtl="0">
              <a:lnSpc>
                <a:spcPct val="100000"/>
              </a:lnSpc>
              <a:spcBef>
                <a:spcPts val="0"/>
              </a:spcBef>
              <a:spcAft>
                <a:spcPts val="0"/>
              </a:spcAft>
              <a:buClr>
                <a:schemeClr val="dk1"/>
              </a:buClr>
              <a:buSzPts val="4000"/>
              <a:buFont typeface="Calibri"/>
              <a:buNone/>
              <a:defRPr sz="4000" b="1" cap="none"/>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09" name="Google Shape;209;g265277b142a_0_574"/>
          <p:cNvSpPr txBox="1">
            <a:spLocks noGrp="1"/>
          </p:cNvSpPr>
          <p:nvPr>
            <p:ph type="body" idx="1"/>
          </p:nvPr>
        </p:nvSpPr>
        <p:spPr>
          <a:xfrm>
            <a:off x="722313" y="2906713"/>
            <a:ext cx="7772400" cy="1500300"/>
          </a:xfrm>
          <a:prstGeom prst="rect">
            <a:avLst/>
          </a:prstGeom>
          <a:noFill/>
          <a:ln>
            <a:noFill/>
          </a:ln>
        </p:spPr>
        <p:txBody>
          <a:bodyPr spcFirstLastPara="1" wrap="square" lIns="91425" tIns="45700" rIns="91425" bIns="45700" anchor="b" anchorCtr="0">
            <a:normAutofit/>
          </a:bodyPr>
          <a:lstStyle>
            <a:lvl1pPr marL="457200" lvl="0" indent="-228600" algn="l" rtl="0">
              <a:lnSpc>
                <a:spcPct val="100000"/>
              </a:lnSpc>
              <a:spcBef>
                <a:spcPts val="400"/>
              </a:spcBef>
              <a:spcAft>
                <a:spcPts val="0"/>
              </a:spcAft>
              <a:buClr>
                <a:srgbClr val="888888"/>
              </a:buClr>
              <a:buSzPts val="2000"/>
              <a:buNone/>
              <a:defRPr sz="2000">
                <a:solidFill>
                  <a:srgbClr val="888888"/>
                </a:solidFill>
              </a:defRPr>
            </a:lvl1pPr>
            <a:lvl2pPr marL="914400" lvl="1" indent="-228600" algn="l" rtl="0">
              <a:lnSpc>
                <a:spcPct val="100000"/>
              </a:lnSpc>
              <a:spcBef>
                <a:spcPts val="360"/>
              </a:spcBef>
              <a:spcAft>
                <a:spcPts val="0"/>
              </a:spcAft>
              <a:buClr>
                <a:srgbClr val="888888"/>
              </a:buClr>
              <a:buSzPts val="1800"/>
              <a:buNone/>
              <a:defRPr sz="1800">
                <a:solidFill>
                  <a:srgbClr val="888888"/>
                </a:solidFill>
              </a:defRPr>
            </a:lvl2pPr>
            <a:lvl3pPr marL="1371600" lvl="2" indent="-228600" algn="l" rtl="0">
              <a:lnSpc>
                <a:spcPct val="100000"/>
              </a:lnSpc>
              <a:spcBef>
                <a:spcPts val="320"/>
              </a:spcBef>
              <a:spcAft>
                <a:spcPts val="0"/>
              </a:spcAft>
              <a:buClr>
                <a:srgbClr val="888888"/>
              </a:buClr>
              <a:buSzPts val="1600"/>
              <a:buNone/>
              <a:defRPr sz="1600">
                <a:solidFill>
                  <a:srgbClr val="888888"/>
                </a:solidFill>
              </a:defRPr>
            </a:lvl3pPr>
            <a:lvl4pPr marL="1828800" lvl="3" indent="-228600" algn="l" rtl="0">
              <a:lnSpc>
                <a:spcPct val="100000"/>
              </a:lnSpc>
              <a:spcBef>
                <a:spcPts val="280"/>
              </a:spcBef>
              <a:spcAft>
                <a:spcPts val="0"/>
              </a:spcAft>
              <a:buClr>
                <a:srgbClr val="888888"/>
              </a:buClr>
              <a:buSzPts val="1400"/>
              <a:buNone/>
              <a:defRPr sz="1400">
                <a:solidFill>
                  <a:srgbClr val="888888"/>
                </a:solidFill>
              </a:defRPr>
            </a:lvl4pPr>
            <a:lvl5pPr marL="2286000" lvl="4" indent="-228600" algn="l" rtl="0">
              <a:lnSpc>
                <a:spcPct val="100000"/>
              </a:lnSpc>
              <a:spcBef>
                <a:spcPts val="280"/>
              </a:spcBef>
              <a:spcAft>
                <a:spcPts val="0"/>
              </a:spcAft>
              <a:buClr>
                <a:srgbClr val="888888"/>
              </a:buClr>
              <a:buSzPts val="1400"/>
              <a:buNone/>
              <a:defRPr sz="1400">
                <a:solidFill>
                  <a:srgbClr val="888888"/>
                </a:solidFill>
              </a:defRPr>
            </a:lvl5pPr>
            <a:lvl6pPr marL="2743200" lvl="5" indent="-228600" algn="l" rtl="0">
              <a:lnSpc>
                <a:spcPct val="100000"/>
              </a:lnSpc>
              <a:spcBef>
                <a:spcPts val="280"/>
              </a:spcBef>
              <a:spcAft>
                <a:spcPts val="0"/>
              </a:spcAft>
              <a:buClr>
                <a:srgbClr val="888888"/>
              </a:buClr>
              <a:buSzPts val="1400"/>
              <a:buNone/>
              <a:defRPr sz="1400">
                <a:solidFill>
                  <a:srgbClr val="888888"/>
                </a:solidFill>
              </a:defRPr>
            </a:lvl6pPr>
            <a:lvl7pPr marL="3200400" lvl="6" indent="-228600" algn="l" rtl="0">
              <a:lnSpc>
                <a:spcPct val="100000"/>
              </a:lnSpc>
              <a:spcBef>
                <a:spcPts val="280"/>
              </a:spcBef>
              <a:spcAft>
                <a:spcPts val="0"/>
              </a:spcAft>
              <a:buClr>
                <a:srgbClr val="888888"/>
              </a:buClr>
              <a:buSzPts val="1400"/>
              <a:buNone/>
              <a:defRPr sz="1400">
                <a:solidFill>
                  <a:srgbClr val="888888"/>
                </a:solidFill>
              </a:defRPr>
            </a:lvl7pPr>
            <a:lvl8pPr marL="3657600" lvl="7" indent="-228600" algn="l" rtl="0">
              <a:lnSpc>
                <a:spcPct val="100000"/>
              </a:lnSpc>
              <a:spcBef>
                <a:spcPts val="280"/>
              </a:spcBef>
              <a:spcAft>
                <a:spcPts val="0"/>
              </a:spcAft>
              <a:buClr>
                <a:srgbClr val="888888"/>
              </a:buClr>
              <a:buSzPts val="1400"/>
              <a:buNone/>
              <a:defRPr sz="1400">
                <a:solidFill>
                  <a:srgbClr val="888888"/>
                </a:solidFill>
              </a:defRPr>
            </a:lvl8pPr>
            <a:lvl9pPr marL="4114800" lvl="8" indent="-228600" algn="l" rtl="0">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210" name="Google Shape;210;g265277b142a_0_574"/>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11" name="Google Shape;211;g265277b142a_0_574"/>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12" name="Google Shape;212;g265277b142a_0_574"/>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13"/>
        <p:cNvGrpSpPr/>
        <p:nvPr/>
      </p:nvGrpSpPr>
      <p:grpSpPr>
        <a:xfrm>
          <a:off x="0" y="0"/>
          <a:ext cx="0" cy="0"/>
          <a:chOff x="0" y="0"/>
          <a:chExt cx="0" cy="0"/>
        </a:xfrm>
      </p:grpSpPr>
      <p:sp>
        <p:nvSpPr>
          <p:cNvPr id="214" name="Google Shape;214;g265277b142a_0_58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rtl="0">
              <a:lnSpc>
                <a:spcPct val="100000"/>
              </a:lnSpc>
              <a:spcBef>
                <a:spcPts val="0"/>
              </a:spcBef>
              <a:spcAft>
                <a:spcPts val="0"/>
              </a:spcAft>
              <a:buClr>
                <a:schemeClr val="dk1"/>
              </a:buClr>
              <a:buSzPts val="18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15" name="Google Shape;215;g265277b142a_0_580"/>
          <p:cNvSpPr txBox="1">
            <a:spLocks noGrp="1"/>
          </p:cNvSpPr>
          <p:nvPr>
            <p:ph type="body" idx="1"/>
          </p:nvPr>
        </p:nvSpPr>
        <p:spPr>
          <a:xfrm>
            <a:off x="457200" y="1600200"/>
            <a:ext cx="4038600" cy="4526100"/>
          </a:xfrm>
          <a:prstGeom prst="rect">
            <a:avLst/>
          </a:prstGeom>
          <a:noFill/>
          <a:ln>
            <a:noFill/>
          </a:ln>
        </p:spPr>
        <p:txBody>
          <a:bodyPr spcFirstLastPara="1" wrap="square" lIns="91425" tIns="45700" rIns="91425" bIns="45700" anchor="t" anchorCtr="0">
            <a:normAutofit/>
          </a:bodyPr>
          <a:lstStyle>
            <a:lvl1pPr marL="457200" lvl="0" indent="-406400" algn="l" rtl="0">
              <a:lnSpc>
                <a:spcPct val="100000"/>
              </a:lnSpc>
              <a:spcBef>
                <a:spcPts val="560"/>
              </a:spcBef>
              <a:spcAft>
                <a:spcPts val="0"/>
              </a:spcAft>
              <a:buClr>
                <a:schemeClr val="dk1"/>
              </a:buClr>
              <a:buSzPts val="2800"/>
              <a:buChar char="•"/>
              <a:defRPr sz="2800"/>
            </a:lvl1pPr>
            <a:lvl2pPr marL="914400" lvl="1" indent="-381000" algn="l" rtl="0">
              <a:lnSpc>
                <a:spcPct val="100000"/>
              </a:lnSpc>
              <a:spcBef>
                <a:spcPts val="480"/>
              </a:spcBef>
              <a:spcAft>
                <a:spcPts val="0"/>
              </a:spcAft>
              <a:buClr>
                <a:schemeClr val="dk1"/>
              </a:buClr>
              <a:buSzPts val="2400"/>
              <a:buChar char="–"/>
              <a:defRPr sz="2400"/>
            </a:lvl2pPr>
            <a:lvl3pPr marL="1371600" lvl="2" indent="-355600" algn="l" rtl="0">
              <a:lnSpc>
                <a:spcPct val="100000"/>
              </a:lnSpc>
              <a:spcBef>
                <a:spcPts val="400"/>
              </a:spcBef>
              <a:spcAft>
                <a:spcPts val="0"/>
              </a:spcAft>
              <a:buClr>
                <a:schemeClr val="dk1"/>
              </a:buClr>
              <a:buSzPts val="2000"/>
              <a:buChar char="•"/>
              <a:defRPr sz="2000"/>
            </a:lvl3pPr>
            <a:lvl4pPr marL="1828800" lvl="3" indent="-342900" algn="l" rtl="0">
              <a:lnSpc>
                <a:spcPct val="100000"/>
              </a:lnSpc>
              <a:spcBef>
                <a:spcPts val="360"/>
              </a:spcBef>
              <a:spcAft>
                <a:spcPts val="0"/>
              </a:spcAft>
              <a:buClr>
                <a:schemeClr val="dk1"/>
              </a:buClr>
              <a:buSzPts val="1800"/>
              <a:buChar char="–"/>
              <a:defRPr sz="1800"/>
            </a:lvl4pPr>
            <a:lvl5pPr marL="2286000" lvl="4" indent="-342900" algn="l" rtl="0">
              <a:lnSpc>
                <a:spcPct val="100000"/>
              </a:lnSpc>
              <a:spcBef>
                <a:spcPts val="360"/>
              </a:spcBef>
              <a:spcAft>
                <a:spcPts val="0"/>
              </a:spcAft>
              <a:buClr>
                <a:schemeClr val="dk1"/>
              </a:buClr>
              <a:buSzPts val="1800"/>
              <a:buChar char="»"/>
              <a:defRPr sz="1800"/>
            </a:lvl5pPr>
            <a:lvl6pPr marL="2743200" lvl="5" indent="-342900" algn="l" rtl="0">
              <a:lnSpc>
                <a:spcPct val="100000"/>
              </a:lnSpc>
              <a:spcBef>
                <a:spcPts val="360"/>
              </a:spcBef>
              <a:spcAft>
                <a:spcPts val="0"/>
              </a:spcAft>
              <a:buClr>
                <a:schemeClr val="dk1"/>
              </a:buClr>
              <a:buSzPts val="1800"/>
              <a:buChar char="•"/>
              <a:defRPr sz="1800"/>
            </a:lvl6pPr>
            <a:lvl7pPr marL="3200400" lvl="6" indent="-342900" algn="l" rtl="0">
              <a:lnSpc>
                <a:spcPct val="100000"/>
              </a:lnSpc>
              <a:spcBef>
                <a:spcPts val="360"/>
              </a:spcBef>
              <a:spcAft>
                <a:spcPts val="0"/>
              </a:spcAft>
              <a:buClr>
                <a:schemeClr val="dk1"/>
              </a:buClr>
              <a:buSzPts val="1800"/>
              <a:buChar char="•"/>
              <a:defRPr sz="1800"/>
            </a:lvl7pPr>
            <a:lvl8pPr marL="3657600" lvl="7" indent="-342900" algn="l" rtl="0">
              <a:lnSpc>
                <a:spcPct val="100000"/>
              </a:lnSpc>
              <a:spcBef>
                <a:spcPts val="360"/>
              </a:spcBef>
              <a:spcAft>
                <a:spcPts val="0"/>
              </a:spcAft>
              <a:buClr>
                <a:schemeClr val="dk1"/>
              </a:buClr>
              <a:buSzPts val="1800"/>
              <a:buChar char="•"/>
              <a:defRPr sz="1800"/>
            </a:lvl8pPr>
            <a:lvl9pPr marL="4114800" lvl="8" indent="-342900" algn="l" rtl="0">
              <a:lnSpc>
                <a:spcPct val="100000"/>
              </a:lnSpc>
              <a:spcBef>
                <a:spcPts val="360"/>
              </a:spcBef>
              <a:spcAft>
                <a:spcPts val="0"/>
              </a:spcAft>
              <a:buClr>
                <a:schemeClr val="dk1"/>
              </a:buClr>
              <a:buSzPts val="1800"/>
              <a:buChar char="•"/>
              <a:defRPr sz="1800"/>
            </a:lvl9pPr>
          </a:lstStyle>
          <a:p>
            <a:endParaRPr/>
          </a:p>
        </p:txBody>
      </p:sp>
      <p:sp>
        <p:nvSpPr>
          <p:cNvPr id="216" name="Google Shape;216;g265277b142a_0_580"/>
          <p:cNvSpPr txBox="1">
            <a:spLocks noGrp="1"/>
          </p:cNvSpPr>
          <p:nvPr>
            <p:ph type="body" idx="2"/>
          </p:nvPr>
        </p:nvSpPr>
        <p:spPr>
          <a:xfrm>
            <a:off x="4648200" y="1600200"/>
            <a:ext cx="4038600" cy="4526100"/>
          </a:xfrm>
          <a:prstGeom prst="rect">
            <a:avLst/>
          </a:prstGeom>
          <a:noFill/>
          <a:ln>
            <a:noFill/>
          </a:ln>
        </p:spPr>
        <p:txBody>
          <a:bodyPr spcFirstLastPara="1" wrap="square" lIns="91425" tIns="45700" rIns="91425" bIns="45700" anchor="t" anchorCtr="0">
            <a:normAutofit/>
          </a:bodyPr>
          <a:lstStyle>
            <a:lvl1pPr marL="457200" lvl="0" indent="-406400" algn="l" rtl="0">
              <a:lnSpc>
                <a:spcPct val="100000"/>
              </a:lnSpc>
              <a:spcBef>
                <a:spcPts val="560"/>
              </a:spcBef>
              <a:spcAft>
                <a:spcPts val="0"/>
              </a:spcAft>
              <a:buClr>
                <a:schemeClr val="dk1"/>
              </a:buClr>
              <a:buSzPts val="2800"/>
              <a:buChar char="•"/>
              <a:defRPr sz="2800"/>
            </a:lvl1pPr>
            <a:lvl2pPr marL="914400" lvl="1" indent="-381000" algn="l" rtl="0">
              <a:lnSpc>
                <a:spcPct val="100000"/>
              </a:lnSpc>
              <a:spcBef>
                <a:spcPts val="480"/>
              </a:spcBef>
              <a:spcAft>
                <a:spcPts val="0"/>
              </a:spcAft>
              <a:buClr>
                <a:schemeClr val="dk1"/>
              </a:buClr>
              <a:buSzPts val="2400"/>
              <a:buChar char="–"/>
              <a:defRPr sz="2400"/>
            </a:lvl2pPr>
            <a:lvl3pPr marL="1371600" lvl="2" indent="-355600" algn="l" rtl="0">
              <a:lnSpc>
                <a:spcPct val="100000"/>
              </a:lnSpc>
              <a:spcBef>
                <a:spcPts val="400"/>
              </a:spcBef>
              <a:spcAft>
                <a:spcPts val="0"/>
              </a:spcAft>
              <a:buClr>
                <a:schemeClr val="dk1"/>
              </a:buClr>
              <a:buSzPts val="2000"/>
              <a:buChar char="•"/>
              <a:defRPr sz="2000"/>
            </a:lvl3pPr>
            <a:lvl4pPr marL="1828800" lvl="3" indent="-342900" algn="l" rtl="0">
              <a:lnSpc>
                <a:spcPct val="100000"/>
              </a:lnSpc>
              <a:spcBef>
                <a:spcPts val="360"/>
              </a:spcBef>
              <a:spcAft>
                <a:spcPts val="0"/>
              </a:spcAft>
              <a:buClr>
                <a:schemeClr val="dk1"/>
              </a:buClr>
              <a:buSzPts val="1800"/>
              <a:buChar char="–"/>
              <a:defRPr sz="1800"/>
            </a:lvl4pPr>
            <a:lvl5pPr marL="2286000" lvl="4" indent="-342900" algn="l" rtl="0">
              <a:lnSpc>
                <a:spcPct val="100000"/>
              </a:lnSpc>
              <a:spcBef>
                <a:spcPts val="360"/>
              </a:spcBef>
              <a:spcAft>
                <a:spcPts val="0"/>
              </a:spcAft>
              <a:buClr>
                <a:schemeClr val="dk1"/>
              </a:buClr>
              <a:buSzPts val="1800"/>
              <a:buChar char="»"/>
              <a:defRPr sz="1800"/>
            </a:lvl5pPr>
            <a:lvl6pPr marL="2743200" lvl="5" indent="-342900" algn="l" rtl="0">
              <a:lnSpc>
                <a:spcPct val="100000"/>
              </a:lnSpc>
              <a:spcBef>
                <a:spcPts val="360"/>
              </a:spcBef>
              <a:spcAft>
                <a:spcPts val="0"/>
              </a:spcAft>
              <a:buClr>
                <a:schemeClr val="dk1"/>
              </a:buClr>
              <a:buSzPts val="1800"/>
              <a:buChar char="•"/>
              <a:defRPr sz="1800"/>
            </a:lvl6pPr>
            <a:lvl7pPr marL="3200400" lvl="6" indent="-342900" algn="l" rtl="0">
              <a:lnSpc>
                <a:spcPct val="100000"/>
              </a:lnSpc>
              <a:spcBef>
                <a:spcPts val="360"/>
              </a:spcBef>
              <a:spcAft>
                <a:spcPts val="0"/>
              </a:spcAft>
              <a:buClr>
                <a:schemeClr val="dk1"/>
              </a:buClr>
              <a:buSzPts val="1800"/>
              <a:buChar char="•"/>
              <a:defRPr sz="1800"/>
            </a:lvl7pPr>
            <a:lvl8pPr marL="3657600" lvl="7" indent="-342900" algn="l" rtl="0">
              <a:lnSpc>
                <a:spcPct val="100000"/>
              </a:lnSpc>
              <a:spcBef>
                <a:spcPts val="360"/>
              </a:spcBef>
              <a:spcAft>
                <a:spcPts val="0"/>
              </a:spcAft>
              <a:buClr>
                <a:schemeClr val="dk1"/>
              </a:buClr>
              <a:buSzPts val="1800"/>
              <a:buChar char="•"/>
              <a:defRPr sz="1800"/>
            </a:lvl8pPr>
            <a:lvl9pPr marL="4114800" lvl="8" indent="-342900" algn="l" rtl="0">
              <a:lnSpc>
                <a:spcPct val="100000"/>
              </a:lnSpc>
              <a:spcBef>
                <a:spcPts val="360"/>
              </a:spcBef>
              <a:spcAft>
                <a:spcPts val="0"/>
              </a:spcAft>
              <a:buClr>
                <a:schemeClr val="dk1"/>
              </a:buClr>
              <a:buSzPts val="1800"/>
              <a:buChar char="•"/>
              <a:defRPr sz="1800"/>
            </a:lvl9pPr>
          </a:lstStyle>
          <a:p>
            <a:endParaRPr/>
          </a:p>
        </p:txBody>
      </p:sp>
      <p:sp>
        <p:nvSpPr>
          <p:cNvPr id="217" name="Google Shape;217;g265277b142a_0_580"/>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18" name="Google Shape;218;g265277b142a_0_580"/>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19" name="Google Shape;219;g265277b142a_0_580"/>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220"/>
        <p:cNvGrpSpPr/>
        <p:nvPr/>
      </p:nvGrpSpPr>
      <p:grpSpPr>
        <a:xfrm>
          <a:off x="0" y="0"/>
          <a:ext cx="0" cy="0"/>
          <a:chOff x="0" y="0"/>
          <a:chExt cx="0" cy="0"/>
        </a:xfrm>
      </p:grpSpPr>
      <p:sp>
        <p:nvSpPr>
          <p:cNvPr id="221" name="Google Shape;221;g265277b142a_0_58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rtl="0">
              <a:lnSpc>
                <a:spcPct val="100000"/>
              </a:lnSpc>
              <a:spcBef>
                <a:spcPts val="0"/>
              </a:spcBef>
              <a:spcAft>
                <a:spcPts val="0"/>
              </a:spcAft>
              <a:buClr>
                <a:schemeClr val="dk1"/>
              </a:buClr>
              <a:buSzPts val="4400"/>
              <a:buFont typeface="Calibri"/>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22" name="Google Shape;222;g265277b142a_0_587"/>
          <p:cNvSpPr txBox="1">
            <a:spLocks noGrp="1"/>
          </p:cNvSpPr>
          <p:nvPr>
            <p:ph type="body" idx="1"/>
          </p:nvPr>
        </p:nvSpPr>
        <p:spPr>
          <a:xfrm>
            <a:off x="457200" y="1535113"/>
            <a:ext cx="4040100" cy="639900"/>
          </a:xfrm>
          <a:prstGeom prst="rect">
            <a:avLst/>
          </a:prstGeom>
          <a:noFill/>
          <a:ln>
            <a:noFill/>
          </a:ln>
        </p:spPr>
        <p:txBody>
          <a:bodyPr spcFirstLastPara="1" wrap="square" lIns="91425" tIns="45700" rIns="91425" bIns="45700" anchor="b" anchorCtr="0">
            <a:normAutofit/>
          </a:bodyPr>
          <a:lstStyle>
            <a:lvl1pPr marL="457200" lvl="0" indent="-228600" algn="l" rtl="0">
              <a:lnSpc>
                <a:spcPct val="100000"/>
              </a:lnSpc>
              <a:spcBef>
                <a:spcPts val="480"/>
              </a:spcBef>
              <a:spcAft>
                <a:spcPts val="0"/>
              </a:spcAft>
              <a:buClr>
                <a:schemeClr val="dk1"/>
              </a:buClr>
              <a:buSzPts val="2400"/>
              <a:buNone/>
              <a:defRPr sz="2400" b="1"/>
            </a:lvl1pPr>
            <a:lvl2pPr marL="914400" lvl="1" indent="-228600" algn="l" rtl="0">
              <a:lnSpc>
                <a:spcPct val="100000"/>
              </a:lnSpc>
              <a:spcBef>
                <a:spcPts val="400"/>
              </a:spcBef>
              <a:spcAft>
                <a:spcPts val="0"/>
              </a:spcAft>
              <a:buClr>
                <a:schemeClr val="dk1"/>
              </a:buClr>
              <a:buSzPts val="2000"/>
              <a:buNone/>
              <a:defRPr sz="2000" b="1"/>
            </a:lvl2pPr>
            <a:lvl3pPr marL="1371600" lvl="2" indent="-228600" algn="l" rtl="0">
              <a:lnSpc>
                <a:spcPct val="100000"/>
              </a:lnSpc>
              <a:spcBef>
                <a:spcPts val="360"/>
              </a:spcBef>
              <a:spcAft>
                <a:spcPts val="0"/>
              </a:spcAft>
              <a:buClr>
                <a:schemeClr val="dk1"/>
              </a:buClr>
              <a:buSzPts val="1800"/>
              <a:buNone/>
              <a:defRPr sz="1800" b="1"/>
            </a:lvl3pPr>
            <a:lvl4pPr marL="1828800" lvl="3" indent="-228600" algn="l" rtl="0">
              <a:lnSpc>
                <a:spcPct val="100000"/>
              </a:lnSpc>
              <a:spcBef>
                <a:spcPts val="320"/>
              </a:spcBef>
              <a:spcAft>
                <a:spcPts val="0"/>
              </a:spcAft>
              <a:buClr>
                <a:schemeClr val="dk1"/>
              </a:buClr>
              <a:buSzPts val="1600"/>
              <a:buNone/>
              <a:defRPr sz="1600" b="1"/>
            </a:lvl4pPr>
            <a:lvl5pPr marL="2286000" lvl="4" indent="-228600" algn="l" rtl="0">
              <a:lnSpc>
                <a:spcPct val="100000"/>
              </a:lnSpc>
              <a:spcBef>
                <a:spcPts val="320"/>
              </a:spcBef>
              <a:spcAft>
                <a:spcPts val="0"/>
              </a:spcAft>
              <a:buClr>
                <a:schemeClr val="dk1"/>
              </a:buClr>
              <a:buSzPts val="1600"/>
              <a:buNone/>
              <a:defRPr sz="1600" b="1"/>
            </a:lvl5pPr>
            <a:lvl6pPr marL="2743200" lvl="5" indent="-228600" algn="l" rtl="0">
              <a:lnSpc>
                <a:spcPct val="100000"/>
              </a:lnSpc>
              <a:spcBef>
                <a:spcPts val="320"/>
              </a:spcBef>
              <a:spcAft>
                <a:spcPts val="0"/>
              </a:spcAft>
              <a:buClr>
                <a:schemeClr val="dk1"/>
              </a:buClr>
              <a:buSzPts val="1600"/>
              <a:buNone/>
              <a:defRPr sz="1600" b="1"/>
            </a:lvl6pPr>
            <a:lvl7pPr marL="3200400" lvl="6" indent="-228600" algn="l" rtl="0">
              <a:lnSpc>
                <a:spcPct val="100000"/>
              </a:lnSpc>
              <a:spcBef>
                <a:spcPts val="320"/>
              </a:spcBef>
              <a:spcAft>
                <a:spcPts val="0"/>
              </a:spcAft>
              <a:buClr>
                <a:schemeClr val="dk1"/>
              </a:buClr>
              <a:buSzPts val="1600"/>
              <a:buNone/>
              <a:defRPr sz="1600" b="1"/>
            </a:lvl7pPr>
            <a:lvl8pPr marL="3657600" lvl="7" indent="-228600" algn="l" rtl="0">
              <a:lnSpc>
                <a:spcPct val="100000"/>
              </a:lnSpc>
              <a:spcBef>
                <a:spcPts val="320"/>
              </a:spcBef>
              <a:spcAft>
                <a:spcPts val="0"/>
              </a:spcAft>
              <a:buClr>
                <a:schemeClr val="dk1"/>
              </a:buClr>
              <a:buSzPts val="1600"/>
              <a:buNone/>
              <a:defRPr sz="1600" b="1"/>
            </a:lvl8pPr>
            <a:lvl9pPr marL="4114800" lvl="8" indent="-228600" algn="l" rtl="0">
              <a:lnSpc>
                <a:spcPct val="100000"/>
              </a:lnSpc>
              <a:spcBef>
                <a:spcPts val="320"/>
              </a:spcBef>
              <a:spcAft>
                <a:spcPts val="0"/>
              </a:spcAft>
              <a:buClr>
                <a:schemeClr val="dk1"/>
              </a:buClr>
              <a:buSzPts val="1600"/>
              <a:buNone/>
              <a:defRPr sz="1600" b="1"/>
            </a:lvl9pPr>
          </a:lstStyle>
          <a:p>
            <a:endParaRPr/>
          </a:p>
        </p:txBody>
      </p:sp>
      <p:sp>
        <p:nvSpPr>
          <p:cNvPr id="223" name="Google Shape;223;g265277b142a_0_587"/>
          <p:cNvSpPr txBox="1">
            <a:spLocks noGrp="1"/>
          </p:cNvSpPr>
          <p:nvPr>
            <p:ph type="body" idx="2"/>
          </p:nvPr>
        </p:nvSpPr>
        <p:spPr>
          <a:xfrm>
            <a:off x="457200" y="2174875"/>
            <a:ext cx="4040100" cy="3951300"/>
          </a:xfrm>
          <a:prstGeom prst="rect">
            <a:avLst/>
          </a:prstGeom>
          <a:noFill/>
          <a:ln>
            <a:noFill/>
          </a:ln>
        </p:spPr>
        <p:txBody>
          <a:bodyPr spcFirstLastPara="1" wrap="square" lIns="91425" tIns="45700" rIns="91425" bIns="45700" anchor="t" anchorCtr="0">
            <a:normAutofit/>
          </a:bodyPr>
          <a:lstStyle>
            <a:lvl1pPr marL="457200" lvl="0" indent="-381000" algn="l" rtl="0">
              <a:lnSpc>
                <a:spcPct val="100000"/>
              </a:lnSpc>
              <a:spcBef>
                <a:spcPts val="480"/>
              </a:spcBef>
              <a:spcAft>
                <a:spcPts val="0"/>
              </a:spcAft>
              <a:buClr>
                <a:schemeClr val="dk1"/>
              </a:buClr>
              <a:buSzPts val="2400"/>
              <a:buChar char="•"/>
              <a:defRPr sz="2400"/>
            </a:lvl1pPr>
            <a:lvl2pPr marL="914400" lvl="1" indent="-355600" algn="l" rtl="0">
              <a:lnSpc>
                <a:spcPct val="100000"/>
              </a:lnSpc>
              <a:spcBef>
                <a:spcPts val="400"/>
              </a:spcBef>
              <a:spcAft>
                <a:spcPts val="0"/>
              </a:spcAft>
              <a:buClr>
                <a:schemeClr val="dk1"/>
              </a:buClr>
              <a:buSzPts val="2000"/>
              <a:buChar char="–"/>
              <a:defRPr sz="2000"/>
            </a:lvl2pPr>
            <a:lvl3pPr marL="1371600" lvl="2" indent="-342900" algn="l" rtl="0">
              <a:lnSpc>
                <a:spcPct val="100000"/>
              </a:lnSpc>
              <a:spcBef>
                <a:spcPts val="360"/>
              </a:spcBef>
              <a:spcAft>
                <a:spcPts val="0"/>
              </a:spcAft>
              <a:buClr>
                <a:schemeClr val="dk1"/>
              </a:buClr>
              <a:buSzPts val="1800"/>
              <a:buChar char="•"/>
              <a:defRPr sz="1800"/>
            </a:lvl3pPr>
            <a:lvl4pPr marL="1828800" lvl="3" indent="-330200" algn="l" rtl="0">
              <a:lnSpc>
                <a:spcPct val="100000"/>
              </a:lnSpc>
              <a:spcBef>
                <a:spcPts val="320"/>
              </a:spcBef>
              <a:spcAft>
                <a:spcPts val="0"/>
              </a:spcAft>
              <a:buClr>
                <a:schemeClr val="dk1"/>
              </a:buClr>
              <a:buSzPts val="1600"/>
              <a:buChar char="–"/>
              <a:defRPr sz="1600"/>
            </a:lvl4pPr>
            <a:lvl5pPr marL="2286000" lvl="4" indent="-330200" algn="l" rtl="0">
              <a:lnSpc>
                <a:spcPct val="100000"/>
              </a:lnSpc>
              <a:spcBef>
                <a:spcPts val="320"/>
              </a:spcBef>
              <a:spcAft>
                <a:spcPts val="0"/>
              </a:spcAft>
              <a:buClr>
                <a:schemeClr val="dk1"/>
              </a:buClr>
              <a:buSzPts val="1600"/>
              <a:buChar char="»"/>
              <a:defRPr sz="1600"/>
            </a:lvl5pPr>
            <a:lvl6pPr marL="2743200" lvl="5" indent="-330200" algn="l" rtl="0">
              <a:lnSpc>
                <a:spcPct val="100000"/>
              </a:lnSpc>
              <a:spcBef>
                <a:spcPts val="320"/>
              </a:spcBef>
              <a:spcAft>
                <a:spcPts val="0"/>
              </a:spcAft>
              <a:buClr>
                <a:schemeClr val="dk1"/>
              </a:buClr>
              <a:buSzPts val="1600"/>
              <a:buChar char="•"/>
              <a:defRPr sz="1600"/>
            </a:lvl6pPr>
            <a:lvl7pPr marL="3200400" lvl="6" indent="-330200" algn="l" rtl="0">
              <a:lnSpc>
                <a:spcPct val="100000"/>
              </a:lnSpc>
              <a:spcBef>
                <a:spcPts val="320"/>
              </a:spcBef>
              <a:spcAft>
                <a:spcPts val="0"/>
              </a:spcAft>
              <a:buClr>
                <a:schemeClr val="dk1"/>
              </a:buClr>
              <a:buSzPts val="1600"/>
              <a:buChar char="•"/>
              <a:defRPr sz="1600"/>
            </a:lvl7pPr>
            <a:lvl8pPr marL="3657600" lvl="7" indent="-330200" algn="l" rtl="0">
              <a:lnSpc>
                <a:spcPct val="100000"/>
              </a:lnSpc>
              <a:spcBef>
                <a:spcPts val="320"/>
              </a:spcBef>
              <a:spcAft>
                <a:spcPts val="0"/>
              </a:spcAft>
              <a:buClr>
                <a:schemeClr val="dk1"/>
              </a:buClr>
              <a:buSzPts val="1600"/>
              <a:buChar char="•"/>
              <a:defRPr sz="1600"/>
            </a:lvl8pPr>
            <a:lvl9pPr marL="4114800" lvl="8" indent="-330200" algn="l" rtl="0">
              <a:lnSpc>
                <a:spcPct val="100000"/>
              </a:lnSpc>
              <a:spcBef>
                <a:spcPts val="320"/>
              </a:spcBef>
              <a:spcAft>
                <a:spcPts val="0"/>
              </a:spcAft>
              <a:buClr>
                <a:schemeClr val="dk1"/>
              </a:buClr>
              <a:buSzPts val="1600"/>
              <a:buChar char="•"/>
              <a:defRPr sz="1600"/>
            </a:lvl9pPr>
          </a:lstStyle>
          <a:p>
            <a:endParaRPr/>
          </a:p>
        </p:txBody>
      </p:sp>
      <p:sp>
        <p:nvSpPr>
          <p:cNvPr id="224" name="Google Shape;224;g265277b142a_0_587"/>
          <p:cNvSpPr txBox="1">
            <a:spLocks noGrp="1"/>
          </p:cNvSpPr>
          <p:nvPr>
            <p:ph type="body" idx="3"/>
          </p:nvPr>
        </p:nvSpPr>
        <p:spPr>
          <a:xfrm>
            <a:off x="4645025" y="1535113"/>
            <a:ext cx="4041900" cy="639900"/>
          </a:xfrm>
          <a:prstGeom prst="rect">
            <a:avLst/>
          </a:prstGeom>
          <a:noFill/>
          <a:ln>
            <a:noFill/>
          </a:ln>
        </p:spPr>
        <p:txBody>
          <a:bodyPr spcFirstLastPara="1" wrap="square" lIns="91425" tIns="45700" rIns="91425" bIns="45700" anchor="b" anchorCtr="0">
            <a:normAutofit/>
          </a:bodyPr>
          <a:lstStyle>
            <a:lvl1pPr marL="457200" lvl="0" indent="-228600" algn="l" rtl="0">
              <a:lnSpc>
                <a:spcPct val="100000"/>
              </a:lnSpc>
              <a:spcBef>
                <a:spcPts val="480"/>
              </a:spcBef>
              <a:spcAft>
                <a:spcPts val="0"/>
              </a:spcAft>
              <a:buClr>
                <a:schemeClr val="dk1"/>
              </a:buClr>
              <a:buSzPts val="2400"/>
              <a:buNone/>
              <a:defRPr sz="2400" b="1"/>
            </a:lvl1pPr>
            <a:lvl2pPr marL="914400" lvl="1" indent="-228600" algn="l" rtl="0">
              <a:lnSpc>
                <a:spcPct val="100000"/>
              </a:lnSpc>
              <a:spcBef>
                <a:spcPts val="400"/>
              </a:spcBef>
              <a:spcAft>
                <a:spcPts val="0"/>
              </a:spcAft>
              <a:buClr>
                <a:schemeClr val="dk1"/>
              </a:buClr>
              <a:buSzPts val="2000"/>
              <a:buNone/>
              <a:defRPr sz="2000" b="1"/>
            </a:lvl2pPr>
            <a:lvl3pPr marL="1371600" lvl="2" indent="-228600" algn="l" rtl="0">
              <a:lnSpc>
                <a:spcPct val="100000"/>
              </a:lnSpc>
              <a:spcBef>
                <a:spcPts val="360"/>
              </a:spcBef>
              <a:spcAft>
                <a:spcPts val="0"/>
              </a:spcAft>
              <a:buClr>
                <a:schemeClr val="dk1"/>
              </a:buClr>
              <a:buSzPts val="1800"/>
              <a:buNone/>
              <a:defRPr sz="1800" b="1"/>
            </a:lvl3pPr>
            <a:lvl4pPr marL="1828800" lvl="3" indent="-228600" algn="l" rtl="0">
              <a:lnSpc>
                <a:spcPct val="100000"/>
              </a:lnSpc>
              <a:spcBef>
                <a:spcPts val="320"/>
              </a:spcBef>
              <a:spcAft>
                <a:spcPts val="0"/>
              </a:spcAft>
              <a:buClr>
                <a:schemeClr val="dk1"/>
              </a:buClr>
              <a:buSzPts val="1600"/>
              <a:buNone/>
              <a:defRPr sz="1600" b="1"/>
            </a:lvl4pPr>
            <a:lvl5pPr marL="2286000" lvl="4" indent="-228600" algn="l" rtl="0">
              <a:lnSpc>
                <a:spcPct val="100000"/>
              </a:lnSpc>
              <a:spcBef>
                <a:spcPts val="320"/>
              </a:spcBef>
              <a:spcAft>
                <a:spcPts val="0"/>
              </a:spcAft>
              <a:buClr>
                <a:schemeClr val="dk1"/>
              </a:buClr>
              <a:buSzPts val="1600"/>
              <a:buNone/>
              <a:defRPr sz="1600" b="1"/>
            </a:lvl5pPr>
            <a:lvl6pPr marL="2743200" lvl="5" indent="-228600" algn="l" rtl="0">
              <a:lnSpc>
                <a:spcPct val="100000"/>
              </a:lnSpc>
              <a:spcBef>
                <a:spcPts val="320"/>
              </a:spcBef>
              <a:spcAft>
                <a:spcPts val="0"/>
              </a:spcAft>
              <a:buClr>
                <a:schemeClr val="dk1"/>
              </a:buClr>
              <a:buSzPts val="1600"/>
              <a:buNone/>
              <a:defRPr sz="1600" b="1"/>
            </a:lvl6pPr>
            <a:lvl7pPr marL="3200400" lvl="6" indent="-228600" algn="l" rtl="0">
              <a:lnSpc>
                <a:spcPct val="100000"/>
              </a:lnSpc>
              <a:spcBef>
                <a:spcPts val="320"/>
              </a:spcBef>
              <a:spcAft>
                <a:spcPts val="0"/>
              </a:spcAft>
              <a:buClr>
                <a:schemeClr val="dk1"/>
              </a:buClr>
              <a:buSzPts val="1600"/>
              <a:buNone/>
              <a:defRPr sz="1600" b="1"/>
            </a:lvl7pPr>
            <a:lvl8pPr marL="3657600" lvl="7" indent="-228600" algn="l" rtl="0">
              <a:lnSpc>
                <a:spcPct val="100000"/>
              </a:lnSpc>
              <a:spcBef>
                <a:spcPts val="320"/>
              </a:spcBef>
              <a:spcAft>
                <a:spcPts val="0"/>
              </a:spcAft>
              <a:buClr>
                <a:schemeClr val="dk1"/>
              </a:buClr>
              <a:buSzPts val="1600"/>
              <a:buNone/>
              <a:defRPr sz="1600" b="1"/>
            </a:lvl8pPr>
            <a:lvl9pPr marL="4114800" lvl="8" indent="-228600" algn="l" rtl="0">
              <a:lnSpc>
                <a:spcPct val="100000"/>
              </a:lnSpc>
              <a:spcBef>
                <a:spcPts val="320"/>
              </a:spcBef>
              <a:spcAft>
                <a:spcPts val="0"/>
              </a:spcAft>
              <a:buClr>
                <a:schemeClr val="dk1"/>
              </a:buClr>
              <a:buSzPts val="1600"/>
              <a:buNone/>
              <a:defRPr sz="1600" b="1"/>
            </a:lvl9pPr>
          </a:lstStyle>
          <a:p>
            <a:endParaRPr/>
          </a:p>
        </p:txBody>
      </p:sp>
      <p:sp>
        <p:nvSpPr>
          <p:cNvPr id="225" name="Google Shape;225;g265277b142a_0_587"/>
          <p:cNvSpPr txBox="1">
            <a:spLocks noGrp="1"/>
          </p:cNvSpPr>
          <p:nvPr>
            <p:ph type="body" idx="4"/>
          </p:nvPr>
        </p:nvSpPr>
        <p:spPr>
          <a:xfrm>
            <a:off x="4645025" y="2174875"/>
            <a:ext cx="4041900" cy="3951300"/>
          </a:xfrm>
          <a:prstGeom prst="rect">
            <a:avLst/>
          </a:prstGeom>
          <a:noFill/>
          <a:ln>
            <a:noFill/>
          </a:ln>
        </p:spPr>
        <p:txBody>
          <a:bodyPr spcFirstLastPara="1" wrap="square" lIns="91425" tIns="45700" rIns="91425" bIns="45700" anchor="t" anchorCtr="0">
            <a:normAutofit/>
          </a:bodyPr>
          <a:lstStyle>
            <a:lvl1pPr marL="457200" lvl="0" indent="-381000" algn="l" rtl="0">
              <a:lnSpc>
                <a:spcPct val="100000"/>
              </a:lnSpc>
              <a:spcBef>
                <a:spcPts val="480"/>
              </a:spcBef>
              <a:spcAft>
                <a:spcPts val="0"/>
              </a:spcAft>
              <a:buClr>
                <a:schemeClr val="dk1"/>
              </a:buClr>
              <a:buSzPts val="2400"/>
              <a:buChar char="•"/>
              <a:defRPr sz="2400"/>
            </a:lvl1pPr>
            <a:lvl2pPr marL="914400" lvl="1" indent="-355600" algn="l" rtl="0">
              <a:lnSpc>
                <a:spcPct val="100000"/>
              </a:lnSpc>
              <a:spcBef>
                <a:spcPts val="400"/>
              </a:spcBef>
              <a:spcAft>
                <a:spcPts val="0"/>
              </a:spcAft>
              <a:buClr>
                <a:schemeClr val="dk1"/>
              </a:buClr>
              <a:buSzPts val="2000"/>
              <a:buChar char="–"/>
              <a:defRPr sz="2000"/>
            </a:lvl2pPr>
            <a:lvl3pPr marL="1371600" lvl="2" indent="-342900" algn="l" rtl="0">
              <a:lnSpc>
                <a:spcPct val="100000"/>
              </a:lnSpc>
              <a:spcBef>
                <a:spcPts val="360"/>
              </a:spcBef>
              <a:spcAft>
                <a:spcPts val="0"/>
              </a:spcAft>
              <a:buClr>
                <a:schemeClr val="dk1"/>
              </a:buClr>
              <a:buSzPts val="1800"/>
              <a:buChar char="•"/>
              <a:defRPr sz="1800"/>
            </a:lvl3pPr>
            <a:lvl4pPr marL="1828800" lvl="3" indent="-330200" algn="l" rtl="0">
              <a:lnSpc>
                <a:spcPct val="100000"/>
              </a:lnSpc>
              <a:spcBef>
                <a:spcPts val="320"/>
              </a:spcBef>
              <a:spcAft>
                <a:spcPts val="0"/>
              </a:spcAft>
              <a:buClr>
                <a:schemeClr val="dk1"/>
              </a:buClr>
              <a:buSzPts val="1600"/>
              <a:buChar char="–"/>
              <a:defRPr sz="1600"/>
            </a:lvl4pPr>
            <a:lvl5pPr marL="2286000" lvl="4" indent="-330200" algn="l" rtl="0">
              <a:lnSpc>
                <a:spcPct val="100000"/>
              </a:lnSpc>
              <a:spcBef>
                <a:spcPts val="320"/>
              </a:spcBef>
              <a:spcAft>
                <a:spcPts val="0"/>
              </a:spcAft>
              <a:buClr>
                <a:schemeClr val="dk1"/>
              </a:buClr>
              <a:buSzPts val="1600"/>
              <a:buChar char="»"/>
              <a:defRPr sz="1600"/>
            </a:lvl5pPr>
            <a:lvl6pPr marL="2743200" lvl="5" indent="-330200" algn="l" rtl="0">
              <a:lnSpc>
                <a:spcPct val="100000"/>
              </a:lnSpc>
              <a:spcBef>
                <a:spcPts val="320"/>
              </a:spcBef>
              <a:spcAft>
                <a:spcPts val="0"/>
              </a:spcAft>
              <a:buClr>
                <a:schemeClr val="dk1"/>
              </a:buClr>
              <a:buSzPts val="1600"/>
              <a:buChar char="•"/>
              <a:defRPr sz="1600"/>
            </a:lvl6pPr>
            <a:lvl7pPr marL="3200400" lvl="6" indent="-330200" algn="l" rtl="0">
              <a:lnSpc>
                <a:spcPct val="100000"/>
              </a:lnSpc>
              <a:spcBef>
                <a:spcPts val="320"/>
              </a:spcBef>
              <a:spcAft>
                <a:spcPts val="0"/>
              </a:spcAft>
              <a:buClr>
                <a:schemeClr val="dk1"/>
              </a:buClr>
              <a:buSzPts val="1600"/>
              <a:buChar char="•"/>
              <a:defRPr sz="1600"/>
            </a:lvl7pPr>
            <a:lvl8pPr marL="3657600" lvl="7" indent="-330200" algn="l" rtl="0">
              <a:lnSpc>
                <a:spcPct val="100000"/>
              </a:lnSpc>
              <a:spcBef>
                <a:spcPts val="320"/>
              </a:spcBef>
              <a:spcAft>
                <a:spcPts val="0"/>
              </a:spcAft>
              <a:buClr>
                <a:schemeClr val="dk1"/>
              </a:buClr>
              <a:buSzPts val="1600"/>
              <a:buChar char="•"/>
              <a:defRPr sz="1600"/>
            </a:lvl8pPr>
            <a:lvl9pPr marL="4114800" lvl="8" indent="-330200" algn="l" rtl="0">
              <a:lnSpc>
                <a:spcPct val="100000"/>
              </a:lnSpc>
              <a:spcBef>
                <a:spcPts val="320"/>
              </a:spcBef>
              <a:spcAft>
                <a:spcPts val="0"/>
              </a:spcAft>
              <a:buClr>
                <a:schemeClr val="dk1"/>
              </a:buClr>
              <a:buSzPts val="1600"/>
              <a:buChar char="•"/>
              <a:defRPr sz="1600"/>
            </a:lvl9pPr>
          </a:lstStyle>
          <a:p>
            <a:endParaRPr/>
          </a:p>
        </p:txBody>
      </p:sp>
      <p:sp>
        <p:nvSpPr>
          <p:cNvPr id="226" name="Google Shape;226;g265277b142a_0_587"/>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27" name="Google Shape;227;g265277b142a_0_587"/>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28" name="Google Shape;228;g265277b142a_0_587"/>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29"/>
        <p:cNvGrpSpPr/>
        <p:nvPr/>
      </p:nvGrpSpPr>
      <p:grpSpPr>
        <a:xfrm>
          <a:off x="0" y="0"/>
          <a:ext cx="0" cy="0"/>
          <a:chOff x="0" y="0"/>
          <a:chExt cx="0" cy="0"/>
        </a:xfrm>
      </p:grpSpPr>
      <p:sp>
        <p:nvSpPr>
          <p:cNvPr id="230" name="Google Shape;230;g265277b142a_0_59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rtl="0">
              <a:lnSpc>
                <a:spcPct val="100000"/>
              </a:lnSpc>
              <a:spcBef>
                <a:spcPts val="0"/>
              </a:spcBef>
              <a:spcAft>
                <a:spcPts val="0"/>
              </a:spcAft>
              <a:buClr>
                <a:schemeClr val="dk1"/>
              </a:buClr>
              <a:buSzPts val="18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31" name="Google Shape;231;g265277b142a_0_596"/>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32" name="Google Shape;232;g265277b142a_0_596"/>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33" name="Google Shape;233;g265277b142a_0_596"/>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234"/>
        <p:cNvGrpSpPr/>
        <p:nvPr/>
      </p:nvGrpSpPr>
      <p:grpSpPr>
        <a:xfrm>
          <a:off x="0" y="0"/>
          <a:ext cx="0" cy="0"/>
          <a:chOff x="0" y="0"/>
          <a:chExt cx="0" cy="0"/>
        </a:xfrm>
      </p:grpSpPr>
      <p:sp>
        <p:nvSpPr>
          <p:cNvPr id="235" name="Google Shape;235;g265277b142a_0_601"/>
          <p:cNvSpPr txBox="1">
            <a:spLocks noGrp="1"/>
          </p:cNvSpPr>
          <p:nvPr>
            <p:ph type="title"/>
          </p:nvPr>
        </p:nvSpPr>
        <p:spPr>
          <a:xfrm>
            <a:off x="457200" y="273050"/>
            <a:ext cx="3008400" cy="1162200"/>
          </a:xfrm>
          <a:prstGeom prst="rect">
            <a:avLst/>
          </a:prstGeom>
          <a:noFill/>
          <a:ln>
            <a:noFill/>
          </a:ln>
        </p:spPr>
        <p:txBody>
          <a:bodyPr spcFirstLastPara="1" wrap="square" lIns="91425" tIns="45700" rIns="91425" bIns="45700" anchor="b" anchorCtr="0">
            <a:normAutofit/>
          </a:bodyPr>
          <a:lstStyle>
            <a:lvl1pPr lvl="0" algn="l" rtl="0">
              <a:lnSpc>
                <a:spcPct val="100000"/>
              </a:lnSpc>
              <a:spcBef>
                <a:spcPts val="0"/>
              </a:spcBef>
              <a:spcAft>
                <a:spcPts val="0"/>
              </a:spcAft>
              <a:buClr>
                <a:schemeClr val="dk1"/>
              </a:buClr>
              <a:buSzPts val="2000"/>
              <a:buFont typeface="Calibri"/>
              <a:buNone/>
              <a:defRPr sz="2000" b="1"/>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36" name="Google Shape;236;g265277b142a_0_601"/>
          <p:cNvSpPr txBox="1">
            <a:spLocks noGrp="1"/>
          </p:cNvSpPr>
          <p:nvPr>
            <p:ph type="body" idx="1"/>
          </p:nvPr>
        </p:nvSpPr>
        <p:spPr>
          <a:xfrm>
            <a:off x="3575050" y="273050"/>
            <a:ext cx="5111700" cy="5853000"/>
          </a:xfrm>
          <a:prstGeom prst="rect">
            <a:avLst/>
          </a:prstGeom>
          <a:noFill/>
          <a:ln>
            <a:noFill/>
          </a:ln>
        </p:spPr>
        <p:txBody>
          <a:bodyPr spcFirstLastPara="1" wrap="square" lIns="91425" tIns="45700" rIns="91425" bIns="45700" anchor="t" anchorCtr="0">
            <a:normAutofit/>
          </a:bodyPr>
          <a:lstStyle>
            <a:lvl1pPr marL="457200" lvl="0" indent="-431800" algn="l" rtl="0">
              <a:lnSpc>
                <a:spcPct val="100000"/>
              </a:lnSpc>
              <a:spcBef>
                <a:spcPts val="640"/>
              </a:spcBef>
              <a:spcAft>
                <a:spcPts val="0"/>
              </a:spcAft>
              <a:buClr>
                <a:schemeClr val="dk1"/>
              </a:buClr>
              <a:buSzPts val="3200"/>
              <a:buChar char="•"/>
              <a:defRPr sz="3200"/>
            </a:lvl1pPr>
            <a:lvl2pPr marL="914400" lvl="1" indent="-406400" algn="l" rtl="0">
              <a:lnSpc>
                <a:spcPct val="100000"/>
              </a:lnSpc>
              <a:spcBef>
                <a:spcPts val="560"/>
              </a:spcBef>
              <a:spcAft>
                <a:spcPts val="0"/>
              </a:spcAft>
              <a:buClr>
                <a:schemeClr val="dk1"/>
              </a:buClr>
              <a:buSzPts val="2800"/>
              <a:buChar char="–"/>
              <a:defRPr sz="2800"/>
            </a:lvl2pPr>
            <a:lvl3pPr marL="1371600" lvl="2" indent="-381000" algn="l" rtl="0">
              <a:lnSpc>
                <a:spcPct val="100000"/>
              </a:lnSpc>
              <a:spcBef>
                <a:spcPts val="480"/>
              </a:spcBef>
              <a:spcAft>
                <a:spcPts val="0"/>
              </a:spcAft>
              <a:buClr>
                <a:schemeClr val="dk1"/>
              </a:buClr>
              <a:buSzPts val="2400"/>
              <a:buChar char="•"/>
              <a:defRPr sz="2400"/>
            </a:lvl3pPr>
            <a:lvl4pPr marL="1828800" lvl="3" indent="-355600" algn="l" rtl="0">
              <a:lnSpc>
                <a:spcPct val="100000"/>
              </a:lnSpc>
              <a:spcBef>
                <a:spcPts val="400"/>
              </a:spcBef>
              <a:spcAft>
                <a:spcPts val="0"/>
              </a:spcAft>
              <a:buClr>
                <a:schemeClr val="dk1"/>
              </a:buClr>
              <a:buSzPts val="2000"/>
              <a:buChar char="–"/>
              <a:defRPr sz="2000"/>
            </a:lvl4pPr>
            <a:lvl5pPr marL="2286000" lvl="4" indent="-355600" algn="l" rtl="0">
              <a:lnSpc>
                <a:spcPct val="100000"/>
              </a:lnSpc>
              <a:spcBef>
                <a:spcPts val="400"/>
              </a:spcBef>
              <a:spcAft>
                <a:spcPts val="0"/>
              </a:spcAft>
              <a:buClr>
                <a:schemeClr val="dk1"/>
              </a:buClr>
              <a:buSzPts val="2000"/>
              <a:buChar char="»"/>
              <a:defRPr sz="2000"/>
            </a:lvl5pPr>
            <a:lvl6pPr marL="2743200" lvl="5" indent="-355600" algn="l" rtl="0">
              <a:lnSpc>
                <a:spcPct val="100000"/>
              </a:lnSpc>
              <a:spcBef>
                <a:spcPts val="400"/>
              </a:spcBef>
              <a:spcAft>
                <a:spcPts val="0"/>
              </a:spcAft>
              <a:buClr>
                <a:schemeClr val="dk1"/>
              </a:buClr>
              <a:buSzPts val="2000"/>
              <a:buChar char="•"/>
              <a:defRPr sz="2000"/>
            </a:lvl6pPr>
            <a:lvl7pPr marL="3200400" lvl="6" indent="-355600" algn="l" rtl="0">
              <a:lnSpc>
                <a:spcPct val="100000"/>
              </a:lnSpc>
              <a:spcBef>
                <a:spcPts val="400"/>
              </a:spcBef>
              <a:spcAft>
                <a:spcPts val="0"/>
              </a:spcAft>
              <a:buClr>
                <a:schemeClr val="dk1"/>
              </a:buClr>
              <a:buSzPts val="2000"/>
              <a:buChar char="•"/>
              <a:defRPr sz="2000"/>
            </a:lvl7pPr>
            <a:lvl8pPr marL="3657600" lvl="7" indent="-355600" algn="l" rtl="0">
              <a:lnSpc>
                <a:spcPct val="100000"/>
              </a:lnSpc>
              <a:spcBef>
                <a:spcPts val="400"/>
              </a:spcBef>
              <a:spcAft>
                <a:spcPts val="0"/>
              </a:spcAft>
              <a:buClr>
                <a:schemeClr val="dk1"/>
              </a:buClr>
              <a:buSzPts val="2000"/>
              <a:buChar char="•"/>
              <a:defRPr sz="2000"/>
            </a:lvl8pPr>
            <a:lvl9pPr marL="4114800" lvl="8" indent="-355600" algn="l" rtl="0">
              <a:lnSpc>
                <a:spcPct val="100000"/>
              </a:lnSpc>
              <a:spcBef>
                <a:spcPts val="400"/>
              </a:spcBef>
              <a:spcAft>
                <a:spcPts val="0"/>
              </a:spcAft>
              <a:buClr>
                <a:schemeClr val="dk1"/>
              </a:buClr>
              <a:buSzPts val="2000"/>
              <a:buChar char="•"/>
              <a:defRPr sz="2000"/>
            </a:lvl9pPr>
          </a:lstStyle>
          <a:p>
            <a:endParaRPr/>
          </a:p>
        </p:txBody>
      </p:sp>
      <p:sp>
        <p:nvSpPr>
          <p:cNvPr id="237" name="Google Shape;237;g265277b142a_0_601"/>
          <p:cNvSpPr txBox="1">
            <a:spLocks noGrp="1"/>
          </p:cNvSpPr>
          <p:nvPr>
            <p:ph type="body" idx="2"/>
          </p:nvPr>
        </p:nvSpPr>
        <p:spPr>
          <a:xfrm>
            <a:off x="457200" y="1435100"/>
            <a:ext cx="3008400" cy="4691100"/>
          </a:xfrm>
          <a:prstGeom prst="rect">
            <a:avLst/>
          </a:prstGeom>
          <a:noFill/>
          <a:ln>
            <a:noFill/>
          </a:ln>
        </p:spPr>
        <p:txBody>
          <a:bodyPr spcFirstLastPara="1" wrap="square" lIns="91425" tIns="45700" rIns="91425" bIns="45700" anchor="t" anchorCtr="0">
            <a:normAutofit/>
          </a:bodyPr>
          <a:lstStyle>
            <a:lvl1pPr marL="457200" lvl="0" indent="-228600" algn="l" rtl="0">
              <a:lnSpc>
                <a:spcPct val="100000"/>
              </a:lnSpc>
              <a:spcBef>
                <a:spcPts val="280"/>
              </a:spcBef>
              <a:spcAft>
                <a:spcPts val="0"/>
              </a:spcAft>
              <a:buClr>
                <a:schemeClr val="dk1"/>
              </a:buClr>
              <a:buSzPts val="1400"/>
              <a:buNone/>
              <a:defRPr sz="1400"/>
            </a:lvl1pPr>
            <a:lvl2pPr marL="914400" lvl="1" indent="-228600" algn="l" rtl="0">
              <a:lnSpc>
                <a:spcPct val="100000"/>
              </a:lnSpc>
              <a:spcBef>
                <a:spcPts val="240"/>
              </a:spcBef>
              <a:spcAft>
                <a:spcPts val="0"/>
              </a:spcAft>
              <a:buClr>
                <a:schemeClr val="dk1"/>
              </a:buClr>
              <a:buSzPts val="1200"/>
              <a:buNone/>
              <a:defRPr sz="1200"/>
            </a:lvl2pPr>
            <a:lvl3pPr marL="1371600" lvl="2" indent="-228600" algn="l" rtl="0">
              <a:lnSpc>
                <a:spcPct val="100000"/>
              </a:lnSpc>
              <a:spcBef>
                <a:spcPts val="200"/>
              </a:spcBef>
              <a:spcAft>
                <a:spcPts val="0"/>
              </a:spcAft>
              <a:buClr>
                <a:schemeClr val="dk1"/>
              </a:buClr>
              <a:buSzPts val="1000"/>
              <a:buNone/>
              <a:defRPr sz="1000"/>
            </a:lvl3pPr>
            <a:lvl4pPr marL="1828800" lvl="3" indent="-228600" algn="l" rtl="0">
              <a:lnSpc>
                <a:spcPct val="100000"/>
              </a:lnSpc>
              <a:spcBef>
                <a:spcPts val="180"/>
              </a:spcBef>
              <a:spcAft>
                <a:spcPts val="0"/>
              </a:spcAft>
              <a:buClr>
                <a:schemeClr val="dk1"/>
              </a:buClr>
              <a:buSzPts val="900"/>
              <a:buNone/>
              <a:defRPr sz="900"/>
            </a:lvl4pPr>
            <a:lvl5pPr marL="2286000" lvl="4" indent="-228600" algn="l" rtl="0">
              <a:lnSpc>
                <a:spcPct val="100000"/>
              </a:lnSpc>
              <a:spcBef>
                <a:spcPts val="180"/>
              </a:spcBef>
              <a:spcAft>
                <a:spcPts val="0"/>
              </a:spcAft>
              <a:buClr>
                <a:schemeClr val="dk1"/>
              </a:buClr>
              <a:buSzPts val="900"/>
              <a:buNone/>
              <a:defRPr sz="900"/>
            </a:lvl5pPr>
            <a:lvl6pPr marL="2743200" lvl="5" indent="-228600" algn="l" rtl="0">
              <a:lnSpc>
                <a:spcPct val="100000"/>
              </a:lnSpc>
              <a:spcBef>
                <a:spcPts val="180"/>
              </a:spcBef>
              <a:spcAft>
                <a:spcPts val="0"/>
              </a:spcAft>
              <a:buClr>
                <a:schemeClr val="dk1"/>
              </a:buClr>
              <a:buSzPts val="900"/>
              <a:buNone/>
              <a:defRPr sz="900"/>
            </a:lvl6pPr>
            <a:lvl7pPr marL="3200400" lvl="6" indent="-228600" algn="l" rtl="0">
              <a:lnSpc>
                <a:spcPct val="100000"/>
              </a:lnSpc>
              <a:spcBef>
                <a:spcPts val="180"/>
              </a:spcBef>
              <a:spcAft>
                <a:spcPts val="0"/>
              </a:spcAft>
              <a:buClr>
                <a:schemeClr val="dk1"/>
              </a:buClr>
              <a:buSzPts val="900"/>
              <a:buNone/>
              <a:defRPr sz="900"/>
            </a:lvl7pPr>
            <a:lvl8pPr marL="3657600" lvl="7" indent="-228600" algn="l" rtl="0">
              <a:lnSpc>
                <a:spcPct val="100000"/>
              </a:lnSpc>
              <a:spcBef>
                <a:spcPts val="180"/>
              </a:spcBef>
              <a:spcAft>
                <a:spcPts val="0"/>
              </a:spcAft>
              <a:buClr>
                <a:schemeClr val="dk1"/>
              </a:buClr>
              <a:buSzPts val="900"/>
              <a:buNone/>
              <a:defRPr sz="900"/>
            </a:lvl8pPr>
            <a:lvl9pPr marL="4114800" lvl="8" indent="-228600" algn="l" rtl="0">
              <a:lnSpc>
                <a:spcPct val="100000"/>
              </a:lnSpc>
              <a:spcBef>
                <a:spcPts val="180"/>
              </a:spcBef>
              <a:spcAft>
                <a:spcPts val="0"/>
              </a:spcAft>
              <a:buClr>
                <a:schemeClr val="dk1"/>
              </a:buClr>
              <a:buSzPts val="900"/>
              <a:buNone/>
              <a:defRPr sz="900"/>
            </a:lvl9pPr>
          </a:lstStyle>
          <a:p>
            <a:endParaRPr/>
          </a:p>
        </p:txBody>
      </p:sp>
      <p:sp>
        <p:nvSpPr>
          <p:cNvPr id="238" name="Google Shape;238;g265277b142a_0_601"/>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39" name="Google Shape;239;g265277b142a_0_601"/>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40" name="Google Shape;240;g265277b142a_0_601"/>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241"/>
        <p:cNvGrpSpPr/>
        <p:nvPr/>
      </p:nvGrpSpPr>
      <p:grpSpPr>
        <a:xfrm>
          <a:off x="0" y="0"/>
          <a:ext cx="0" cy="0"/>
          <a:chOff x="0" y="0"/>
          <a:chExt cx="0" cy="0"/>
        </a:xfrm>
      </p:grpSpPr>
      <p:sp>
        <p:nvSpPr>
          <p:cNvPr id="242" name="Google Shape;242;g265277b142a_0_608"/>
          <p:cNvSpPr txBox="1">
            <a:spLocks noGrp="1"/>
          </p:cNvSpPr>
          <p:nvPr>
            <p:ph type="title"/>
          </p:nvPr>
        </p:nvSpPr>
        <p:spPr>
          <a:xfrm>
            <a:off x="1792288" y="4800600"/>
            <a:ext cx="5486400" cy="566700"/>
          </a:xfrm>
          <a:prstGeom prst="rect">
            <a:avLst/>
          </a:prstGeom>
          <a:noFill/>
          <a:ln>
            <a:noFill/>
          </a:ln>
        </p:spPr>
        <p:txBody>
          <a:bodyPr spcFirstLastPara="1" wrap="square" lIns="91425" tIns="45700" rIns="91425" bIns="45700" anchor="b" anchorCtr="0">
            <a:normAutofit/>
          </a:bodyPr>
          <a:lstStyle>
            <a:lvl1pPr lvl="0" algn="l" rtl="0">
              <a:lnSpc>
                <a:spcPct val="100000"/>
              </a:lnSpc>
              <a:spcBef>
                <a:spcPts val="0"/>
              </a:spcBef>
              <a:spcAft>
                <a:spcPts val="0"/>
              </a:spcAft>
              <a:buClr>
                <a:schemeClr val="dk1"/>
              </a:buClr>
              <a:buSzPts val="2000"/>
              <a:buFont typeface="Calibri"/>
              <a:buNone/>
              <a:defRPr sz="2000" b="1"/>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43" name="Google Shape;243;g265277b142a_0_608"/>
          <p:cNvSpPr>
            <a:spLocks noGrp="1"/>
          </p:cNvSpPr>
          <p:nvPr>
            <p:ph type="pic" idx="2"/>
          </p:nvPr>
        </p:nvSpPr>
        <p:spPr>
          <a:xfrm>
            <a:off x="1792288" y="612775"/>
            <a:ext cx="5486400" cy="4114800"/>
          </a:xfrm>
          <a:prstGeom prst="rect">
            <a:avLst/>
          </a:prstGeom>
          <a:noFill/>
          <a:ln>
            <a:noFill/>
          </a:ln>
        </p:spPr>
      </p:sp>
      <p:sp>
        <p:nvSpPr>
          <p:cNvPr id="244" name="Google Shape;244;g265277b142a_0_608"/>
          <p:cNvSpPr txBox="1">
            <a:spLocks noGrp="1"/>
          </p:cNvSpPr>
          <p:nvPr>
            <p:ph type="body" idx="1"/>
          </p:nvPr>
        </p:nvSpPr>
        <p:spPr>
          <a:xfrm>
            <a:off x="1792288" y="5367338"/>
            <a:ext cx="5486400" cy="804900"/>
          </a:xfrm>
          <a:prstGeom prst="rect">
            <a:avLst/>
          </a:prstGeom>
          <a:noFill/>
          <a:ln>
            <a:noFill/>
          </a:ln>
        </p:spPr>
        <p:txBody>
          <a:bodyPr spcFirstLastPara="1" wrap="square" lIns="91425" tIns="45700" rIns="91425" bIns="45700" anchor="t" anchorCtr="0">
            <a:normAutofit/>
          </a:bodyPr>
          <a:lstStyle>
            <a:lvl1pPr marL="457200" lvl="0" indent="-228600" algn="l" rtl="0">
              <a:lnSpc>
                <a:spcPct val="100000"/>
              </a:lnSpc>
              <a:spcBef>
                <a:spcPts val="280"/>
              </a:spcBef>
              <a:spcAft>
                <a:spcPts val="0"/>
              </a:spcAft>
              <a:buClr>
                <a:schemeClr val="dk1"/>
              </a:buClr>
              <a:buSzPts val="1400"/>
              <a:buNone/>
              <a:defRPr sz="1400"/>
            </a:lvl1pPr>
            <a:lvl2pPr marL="914400" lvl="1" indent="-228600" algn="l" rtl="0">
              <a:lnSpc>
                <a:spcPct val="100000"/>
              </a:lnSpc>
              <a:spcBef>
                <a:spcPts val="240"/>
              </a:spcBef>
              <a:spcAft>
                <a:spcPts val="0"/>
              </a:spcAft>
              <a:buClr>
                <a:schemeClr val="dk1"/>
              </a:buClr>
              <a:buSzPts val="1200"/>
              <a:buNone/>
              <a:defRPr sz="1200"/>
            </a:lvl2pPr>
            <a:lvl3pPr marL="1371600" lvl="2" indent="-228600" algn="l" rtl="0">
              <a:lnSpc>
                <a:spcPct val="100000"/>
              </a:lnSpc>
              <a:spcBef>
                <a:spcPts val="200"/>
              </a:spcBef>
              <a:spcAft>
                <a:spcPts val="0"/>
              </a:spcAft>
              <a:buClr>
                <a:schemeClr val="dk1"/>
              </a:buClr>
              <a:buSzPts val="1000"/>
              <a:buNone/>
              <a:defRPr sz="1000"/>
            </a:lvl3pPr>
            <a:lvl4pPr marL="1828800" lvl="3" indent="-228600" algn="l" rtl="0">
              <a:lnSpc>
                <a:spcPct val="100000"/>
              </a:lnSpc>
              <a:spcBef>
                <a:spcPts val="180"/>
              </a:spcBef>
              <a:spcAft>
                <a:spcPts val="0"/>
              </a:spcAft>
              <a:buClr>
                <a:schemeClr val="dk1"/>
              </a:buClr>
              <a:buSzPts val="900"/>
              <a:buNone/>
              <a:defRPr sz="900"/>
            </a:lvl4pPr>
            <a:lvl5pPr marL="2286000" lvl="4" indent="-228600" algn="l" rtl="0">
              <a:lnSpc>
                <a:spcPct val="100000"/>
              </a:lnSpc>
              <a:spcBef>
                <a:spcPts val="180"/>
              </a:spcBef>
              <a:spcAft>
                <a:spcPts val="0"/>
              </a:spcAft>
              <a:buClr>
                <a:schemeClr val="dk1"/>
              </a:buClr>
              <a:buSzPts val="900"/>
              <a:buNone/>
              <a:defRPr sz="900"/>
            </a:lvl5pPr>
            <a:lvl6pPr marL="2743200" lvl="5" indent="-228600" algn="l" rtl="0">
              <a:lnSpc>
                <a:spcPct val="100000"/>
              </a:lnSpc>
              <a:spcBef>
                <a:spcPts val="180"/>
              </a:spcBef>
              <a:spcAft>
                <a:spcPts val="0"/>
              </a:spcAft>
              <a:buClr>
                <a:schemeClr val="dk1"/>
              </a:buClr>
              <a:buSzPts val="900"/>
              <a:buNone/>
              <a:defRPr sz="900"/>
            </a:lvl6pPr>
            <a:lvl7pPr marL="3200400" lvl="6" indent="-228600" algn="l" rtl="0">
              <a:lnSpc>
                <a:spcPct val="100000"/>
              </a:lnSpc>
              <a:spcBef>
                <a:spcPts val="180"/>
              </a:spcBef>
              <a:spcAft>
                <a:spcPts val="0"/>
              </a:spcAft>
              <a:buClr>
                <a:schemeClr val="dk1"/>
              </a:buClr>
              <a:buSzPts val="900"/>
              <a:buNone/>
              <a:defRPr sz="900"/>
            </a:lvl7pPr>
            <a:lvl8pPr marL="3657600" lvl="7" indent="-228600" algn="l" rtl="0">
              <a:lnSpc>
                <a:spcPct val="100000"/>
              </a:lnSpc>
              <a:spcBef>
                <a:spcPts val="180"/>
              </a:spcBef>
              <a:spcAft>
                <a:spcPts val="0"/>
              </a:spcAft>
              <a:buClr>
                <a:schemeClr val="dk1"/>
              </a:buClr>
              <a:buSzPts val="900"/>
              <a:buNone/>
              <a:defRPr sz="900"/>
            </a:lvl8pPr>
            <a:lvl9pPr marL="4114800" lvl="8" indent="-228600" algn="l" rtl="0">
              <a:lnSpc>
                <a:spcPct val="100000"/>
              </a:lnSpc>
              <a:spcBef>
                <a:spcPts val="180"/>
              </a:spcBef>
              <a:spcAft>
                <a:spcPts val="0"/>
              </a:spcAft>
              <a:buClr>
                <a:schemeClr val="dk1"/>
              </a:buClr>
              <a:buSzPts val="900"/>
              <a:buNone/>
              <a:defRPr sz="900"/>
            </a:lvl9pPr>
          </a:lstStyle>
          <a:p>
            <a:endParaRPr/>
          </a:p>
        </p:txBody>
      </p:sp>
      <p:sp>
        <p:nvSpPr>
          <p:cNvPr id="245" name="Google Shape;245;g265277b142a_0_608"/>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46" name="Google Shape;246;g265277b142a_0_608"/>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47" name="Google Shape;247;g265277b142a_0_608"/>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48"/>
        <p:cNvGrpSpPr/>
        <p:nvPr/>
      </p:nvGrpSpPr>
      <p:grpSpPr>
        <a:xfrm>
          <a:off x="0" y="0"/>
          <a:ext cx="0" cy="0"/>
          <a:chOff x="0" y="0"/>
          <a:chExt cx="0" cy="0"/>
        </a:xfrm>
      </p:grpSpPr>
      <p:sp>
        <p:nvSpPr>
          <p:cNvPr id="249" name="Google Shape;249;g265277b142a_0_6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rtl="0">
              <a:lnSpc>
                <a:spcPct val="100000"/>
              </a:lnSpc>
              <a:spcBef>
                <a:spcPts val="0"/>
              </a:spcBef>
              <a:spcAft>
                <a:spcPts val="0"/>
              </a:spcAft>
              <a:buClr>
                <a:schemeClr val="dk1"/>
              </a:buClr>
              <a:buSzPts val="18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50" name="Google Shape;250;g265277b142a_0_615"/>
          <p:cNvSpPr txBox="1">
            <a:spLocks noGrp="1"/>
          </p:cNvSpPr>
          <p:nvPr>
            <p:ph type="body" idx="1"/>
          </p:nvPr>
        </p:nvSpPr>
        <p:spPr>
          <a:xfrm rot="5400000">
            <a:off x="2308950" y="-251550"/>
            <a:ext cx="4526100" cy="8229600"/>
          </a:xfrm>
          <a:prstGeom prst="rect">
            <a:avLst/>
          </a:prstGeom>
          <a:noFill/>
          <a:ln>
            <a:noFill/>
          </a:ln>
        </p:spPr>
        <p:txBody>
          <a:bodyPr spcFirstLastPara="1" wrap="square" lIns="91425" tIns="45700" rIns="91425" bIns="45700" anchor="t" anchorCtr="0">
            <a:normAutofit/>
          </a:bodyPr>
          <a:lstStyle>
            <a:lvl1pPr marL="457200" lvl="0" indent="-342900" algn="l" rtl="0">
              <a:lnSpc>
                <a:spcPct val="100000"/>
              </a:lnSpc>
              <a:spcBef>
                <a:spcPts val="360"/>
              </a:spcBef>
              <a:spcAft>
                <a:spcPts val="0"/>
              </a:spcAft>
              <a:buClr>
                <a:schemeClr val="dk1"/>
              </a:buClr>
              <a:buSzPts val="1800"/>
              <a:buChar char="•"/>
              <a:defRPr/>
            </a:lvl1pPr>
            <a:lvl2pPr marL="914400" lvl="1" indent="-342900" algn="l" rtl="0">
              <a:lnSpc>
                <a:spcPct val="100000"/>
              </a:lnSpc>
              <a:spcBef>
                <a:spcPts val="360"/>
              </a:spcBef>
              <a:spcAft>
                <a:spcPts val="0"/>
              </a:spcAft>
              <a:buClr>
                <a:schemeClr val="dk1"/>
              </a:buClr>
              <a:buSzPts val="1800"/>
              <a:buChar char="–"/>
              <a:defRPr/>
            </a:lvl2pPr>
            <a:lvl3pPr marL="1371600" lvl="2" indent="-342900" algn="l" rtl="0">
              <a:lnSpc>
                <a:spcPct val="100000"/>
              </a:lnSpc>
              <a:spcBef>
                <a:spcPts val="360"/>
              </a:spcBef>
              <a:spcAft>
                <a:spcPts val="0"/>
              </a:spcAft>
              <a:buClr>
                <a:schemeClr val="dk1"/>
              </a:buClr>
              <a:buSzPts val="1800"/>
              <a:buChar char="•"/>
              <a:defRPr/>
            </a:lvl3pPr>
            <a:lvl4pPr marL="1828800" lvl="3" indent="-342900" algn="l" rtl="0">
              <a:lnSpc>
                <a:spcPct val="100000"/>
              </a:lnSpc>
              <a:spcBef>
                <a:spcPts val="360"/>
              </a:spcBef>
              <a:spcAft>
                <a:spcPts val="0"/>
              </a:spcAft>
              <a:buClr>
                <a:schemeClr val="dk1"/>
              </a:buClr>
              <a:buSzPts val="1800"/>
              <a:buChar char="–"/>
              <a:defRPr/>
            </a:lvl4pPr>
            <a:lvl5pPr marL="2286000" lvl="4" indent="-342900" algn="l" rtl="0">
              <a:lnSpc>
                <a:spcPct val="100000"/>
              </a:lnSpc>
              <a:spcBef>
                <a:spcPts val="360"/>
              </a:spcBef>
              <a:spcAft>
                <a:spcPts val="0"/>
              </a:spcAft>
              <a:buClr>
                <a:schemeClr val="dk1"/>
              </a:buClr>
              <a:buSzPts val="1800"/>
              <a:buChar char="»"/>
              <a:defRPr/>
            </a:lvl5pPr>
            <a:lvl6pPr marL="2743200" lvl="5" indent="-342900" algn="l" rtl="0">
              <a:lnSpc>
                <a:spcPct val="100000"/>
              </a:lnSpc>
              <a:spcBef>
                <a:spcPts val="360"/>
              </a:spcBef>
              <a:spcAft>
                <a:spcPts val="0"/>
              </a:spcAft>
              <a:buClr>
                <a:schemeClr val="dk1"/>
              </a:buClr>
              <a:buSzPts val="1800"/>
              <a:buChar char="•"/>
              <a:defRPr/>
            </a:lvl6pPr>
            <a:lvl7pPr marL="3200400" lvl="6" indent="-342900" algn="l" rtl="0">
              <a:lnSpc>
                <a:spcPct val="100000"/>
              </a:lnSpc>
              <a:spcBef>
                <a:spcPts val="360"/>
              </a:spcBef>
              <a:spcAft>
                <a:spcPts val="0"/>
              </a:spcAft>
              <a:buClr>
                <a:schemeClr val="dk1"/>
              </a:buClr>
              <a:buSzPts val="1800"/>
              <a:buChar char="•"/>
              <a:defRPr/>
            </a:lvl7pPr>
            <a:lvl8pPr marL="3657600" lvl="7" indent="-342900" algn="l" rtl="0">
              <a:lnSpc>
                <a:spcPct val="100000"/>
              </a:lnSpc>
              <a:spcBef>
                <a:spcPts val="360"/>
              </a:spcBef>
              <a:spcAft>
                <a:spcPts val="0"/>
              </a:spcAft>
              <a:buClr>
                <a:schemeClr val="dk1"/>
              </a:buClr>
              <a:buSzPts val="1800"/>
              <a:buChar char="•"/>
              <a:defRPr/>
            </a:lvl8pPr>
            <a:lvl9pPr marL="4114800" lvl="8" indent="-342900" algn="l" rtl="0">
              <a:lnSpc>
                <a:spcPct val="100000"/>
              </a:lnSpc>
              <a:spcBef>
                <a:spcPts val="360"/>
              </a:spcBef>
              <a:spcAft>
                <a:spcPts val="0"/>
              </a:spcAft>
              <a:buClr>
                <a:schemeClr val="dk1"/>
              </a:buClr>
              <a:buSzPts val="1800"/>
              <a:buChar char="•"/>
              <a:defRPr/>
            </a:lvl9pPr>
          </a:lstStyle>
          <a:p>
            <a:endParaRPr/>
          </a:p>
        </p:txBody>
      </p:sp>
      <p:sp>
        <p:nvSpPr>
          <p:cNvPr id="251" name="Google Shape;251;g265277b142a_0_615"/>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52" name="Google Shape;252;g265277b142a_0_615"/>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53" name="Google Shape;253;g265277b142a_0_615"/>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54"/>
        <p:cNvGrpSpPr/>
        <p:nvPr/>
      </p:nvGrpSpPr>
      <p:grpSpPr>
        <a:xfrm>
          <a:off x="0" y="0"/>
          <a:ext cx="0" cy="0"/>
          <a:chOff x="0" y="0"/>
          <a:chExt cx="0" cy="0"/>
        </a:xfrm>
      </p:grpSpPr>
      <p:sp>
        <p:nvSpPr>
          <p:cNvPr id="255" name="Google Shape;255;g265277b142a_0_621"/>
          <p:cNvSpPr txBox="1">
            <a:spLocks noGrp="1"/>
          </p:cNvSpPr>
          <p:nvPr>
            <p:ph type="title"/>
          </p:nvPr>
        </p:nvSpPr>
        <p:spPr>
          <a:xfrm rot="5400000">
            <a:off x="4732350" y="2171688"/>
            <a:ext cx="5851500" cy="2057400"/>
          </a:xfrm>
          <a:prstGeom prst="rect">
            <a:avLst/>
          </a:prstGeom>
          <a:noFill/>
          <a:ln>
            <a:noFill/>
          </a:ln>
        </p:spPr>
        <p:txBody>
          <a:bodyPr spcFirstLastPara="1" wrap="square" lIns="91425" tIns="45700" rIns="91425" bIns="45700" anchor="ctr" anchorCtr="0">
            <a:normAutofit/>
          </a:bodyPr>
          <a:lstStyle>
            <a:lvl1pPr lvl="0" algn="ctr" rtl="0">
              <a:lnSpc>
                <a:spcPct val="100000"/>
              </a:lnSpc>
              <a:spcBef>
                <a:spcPts val="0"/>
              </a:spcBef>
              <a:spcAft>
                <a:spcPts val="0"/>
              </a:spcAft>
              <a:buClr>
                <a:schemeClr val="dk1"/>
              </a:buClr>
              <a:buSzPts val="18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56" name="Google Shape;256;g265277b142a_0_621"/>
          <p:cNvSpPr txBox="1">
            <a:spLocks noGrp="1"/>
          </p:cNvSpPr>
          <p:nvPr>
            <p:ph type="body" idx="1"/>
          </p:nvPr>
        </p:nvSpPr>
        <p:spPr>
          <a:xfrm rot="5400000">
            <a:off x="541350" y="190488"/>
            <a:ext cx="5851500" cy="6019800"/>
          </a:xfrm>
          <a:prstGeom prst="rect">
            <a:avLst/>
          </a:prstGeom>
          <a:noFill/>
          <a:ln>
            <a:noFill/>
          </a:ln>
        </p:spPr>
        <p:txBody>
          <a:bodyPr spcFirstLastPara="1" wrap="square" lIns="91425" tIns="45700" rIns="91425" bIns="45700" anchor="t" anchorCtr="0">
            <a:normAutofit/>
          </a:bodyPr>
          <a:lstStyle>
            <a:lvl1pPr marL="457200" lvl="0" indent="-342900" algn="l" rtl="0">
              <a:lnSpc>
                <a:spcPct val="100000"/>
              </a:lnSpc>
              <a:spcBef>
                <a:spcPts val="360"/>
              </a:spcBef>
              <a:spcAft>
                <a:spcPts val="0"/>
              </a:spcAft>
              <a:buClr>
                <a:schemeClr val="dk1"/>
              </a:buClr>
              <a:buSzPts val="1800"/>
              <a:buChar char="•"/>
              <a:defRPr/>
            </a:lvl1pPr>
            <a:lvl2pPr marL="914400" lvl="1" indent="-342900" algn="l" rtl="0">
              <a:lnSpc>
                <a:spcPct val="100000"/>
              </a:lnSpc>
              <a:spcBef>
                <a:spcPts val="360"/>
              </a:spcBef>
              <a:spcAft>
                <a:spcPts val="0"/>
              </a:spcAft>
              <a:buClr>
                <a:schemeClr val="dk1"/>
              </a:buClr>
              <a:buSzPts val="1800"/>
              <a:buChar char="–"/>
              <a:defRPr/>
            </a:lvl2pPr>
            <a:lvl3pPr marL="1371600" lvl="2" indent="-342900" algn="l" rtl="0">
              <a:lnSpc>
                <a:spcPct val="100000"/>
              </a:lnSpc>
              <a:spcBef>
                <a:spcPts val="360"/>
              </a:spcBef>
              <a:spcAft>
                <a:spcPts val="0"/>
              </a:spcAft>
              <a:buClr>
                <a:schemeClr val="dk1"/>
              </a:buClr>
              <a:buSzPts val="1800"/>
              <a:buChar char="•"/>
              <a:defRPr/>
            </a:lvl3pPr>
            <a:lvl4pPr marL="1828800" lvl="3" indent="-342900" algn="l" rtl="0">
              <a:lnSpc>
                <a:spcPct val="100000"/>
              </a:lnSpc>
              <a:spcBef>
                <a:spcPts val="360"/>
              </a:spcBef>
              <a:spcAft>
                <a:spcPts val="0"/>
              </a:spcAft>
              <a:buClr>
                <a:schemeClr val="dk1"/>
              </a:buClr>
              <a:buSzPts val="1800"/>
              <a:buChar char="–"/>
              <a:defRPr/>
            </a:lvl4pPr>
            <a:lvl5pPr marL="2286000" lvl="4" indent="-342900" algn="l" rtl="0">
              <a:lnSpc>
                <a:spcPct val="100000"/>
              </a:lnSpc>
              <a:spcBef>
                <a:spcPts val="360"/>
              </a:spcBef>
              <a:spcAft>
                <a:spcPts val="0"/>
              </a:spcAft>
              <a:buClr>
                <a:schemeClr val="dk1"/>
              </a:buClr>
              <a:buSzPts val="1800"/>
              <a:buChar char="»"/>
              <a:defRPr/>
            </a:lvl5pPr>
            <a:lvl6pPr marL="2743200" lvl="5" indent="-342900" algn="l" rtl="0">
              <a:lnSpc>
                <a:spcPct val="100000"/>
              </a:lnSpc>
              <a:spcBef>
                <a:spcPts val="360"/>
              </a:spcBef>
              <a:spcAft>
                <a:spcPts val="0"/>
              </a:spcAft>
              <a:buClr>
                <a:schemeClr val="dk1"/>
              </a:buClr>
              <a:buSzPts val="1800"/>
              <a:buChar char="•"/>
              <a:defRPr/>
            </a:lvl6pPr>
            <a:lvl7pPr marL="3200400" lvl="6" indent="-342900" algn="l" rtl="0">
              <a:lnSpc>
                <a:spcPct val="100000"/>
              </a:lnSpc>
              <a:spcBef>
                <a:spcPts val="360"/>
              </a:spcBef>
              <a:spcAft>
                <a:spcPts val="0"/>
              </a:spcAft>
              <a:buClr>
                <a:schemeClr val="dk1"/>
              </a:buClr>
              <a:buSzPts val="1800"/>
              <a:buChar char="•"/>
              <a:defRPr/>
            </a:lvl7pPr>
            <a:lvl8pPr marL="3657600" lvl="7" indent="-342900" algn="l" rtl="0">
              <a:lnSpc>
                <a:spcPct val="100000"/>
              </a:lnSpc>
              <a:spcBef>
                <a:spcPts val="360"/>
              </a:spcBef>
              <a:spcAft>
                <a:spcPts val="0"/>
              </a:spcAft>
              <a:buClr>
                <a:schemeClr val="dk1"/>
              </a:buClr>
              <a:buSzPts val="1800"/>
              <a:buChar char="•"/>
              <a:defRPr/>
            </a:lvl8pPr>
            <a:lvl9pPr marL="4114800" lvl="8" indent="-342900" algn="l" rtl="0">
              <a:lnSpc>
                <a:spcPct val="100000"/>
              </a:lnSpc>
              <a:spcBef>
                <a:spcPts val="360"/>
              </a:spcBef>
              <a:spcAft>
                <a:spcPts val="0"/>
              </a:spcAft>
              <a:buClr>
                <a:schemeClr val="dk1"/>
              </a:buClr>
              <a:buSzPts val="1800"/>
              <a:buChar char="•"/>
              <a:defRPr/>
            </a:lvl9pPr>
          </a:lstStyle>
          <a:p>
            <a:endParaRPr/>
          </a:p>
        </p:txBody>
      </p:sp>
      <p:sp>
        <p:nvSpPr>
          <p:cNvPr id="257" name="Google Shape;257;g265277b142a_0_621"/>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58" name="Google Shape;258;g265277b142a_0_621"/>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59" name="Google Shape;259;g265277b142a_0_621"/>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2"/>
        <p:cNvGrpSpPr/>
        <p:nvPr/>
      </p:nvGrpSpPr>
      <p:grpSpPr>
        <a:xfrm>
          <a:off x="0" y="0"/>
          <a:ext cx="0" cy="0"/>
          <a:chOff x="0" y="0"/>
          <a:chExt cx="0" cy="0"/>
        </a:xfrm>
      </p:grpSpPr>
      <p:sp>
        <p:nvSpPr>
          <p:cNvPr id="93" name="Google Shape;93;g265277b142a_0_31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94" name="Google Shape;94;g265277b142a_0_310"/>
          <p:cNvSpPr txBox="1">
            <a:spLocks noGrp="1"/>
          </p:cNvSpPr>
          <p:nvPr>
            <p:ph type="body" idx="1"/>
          </p:nvPr>
        </p:nvSpPr>
        <p:spPr>
          <a:xfrm>
            <a:off x="457200" y="1600200"/>
            <a:ext cx="8229600" cy="4526100"/>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95" name="Google Shape;95;g265277b142a_0_310"/>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6" name="Google Shape;96;g265277b142a_0_310"/>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7" name="Google Shape;97;g265277b142a_0_310"/>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74"/>
        <p:cNvGrpSpPr/>
        <p:nvPr/>
      </p:nvGrpSpPr>
      <p:grpSpPr>
        <a:xfrm>
          <a:off x="0" y="0"/>
          <a:ext cx="0" cy="0"/>
          <a:chOff x="0" y="0"/>
          <a:chExt cx="0" cy="0"/>
        </a:xfrm>
      </p:grpSpPr>
      <p:sp>
        <p:nvSpPr>
          <p:cNvPr id="175" name="Google Shape;175;g265277b142a_0_55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76" name="Google Shape;176;g265277b142a_0_552"/>
          <p:cNvSpPr txBox="1">
            <a:spLocks noGrp="1"/>
          </p:cNvSpPr>
          <p:nvPr>
            <p:ph type="body" idx="1"/>
          </p:nvPr>
        </p:nvSpPr>
        <p:spPr>
          <a:xfrm>
            <a:off x="457200" y="1600200"/>
            <a:ext cx="8229600" cy="4526100"/>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77" name="Google Shape;177;g265277b142a_0_552"/>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78" name="Google Shape;178;g265277b142a_0_552"/>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79" name="Google Shape;179;g265277b142a_0_552"/>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74" r:id="rId1"/>
    <p:sldLayoutId id="214748368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2"/>
          </p:nvPr>
        </p:nvSpPr>
        <p:spPr/>
        <p:txBody>
          <a:bodyPr/>
          <a:lstStyle/>
          <a:p>
            <a:pPr marL="0" lvl="0" indent="0" algn="ctr" rtl="0">
              <a:spcBef>
                <a:spcPts val="0"/>
              </a:spcBef>
              <a:spcAft>
                <a:spcPts val="0"/>
              </a:spcAft>
              <a:buNone/>
            </a:pPr>
            <a:fld id="{00000000-1234-1234-1234-123412341234}" type="slidenum">
              <a:rPr lang="en-US" smtClean="0"/>
              <a:t>1</a:t>
            </a:fld>
            <a:endParaRPr lang="en-US" dirty="0"/>
          </a:p>
        </p:txBody>
      </p:sp>
      <p:sp>
        <p:nvSpPr>
          <p:cNvPr id="3" name="Title 2"/>
          <p:cNvSpPr>
            <a:spLocks noGrp="1"/>
          </p:cNvSpPr>
          <p:nvPr>
            <p:ph type="title"/>
          </p:nvPr>
        </p:nvSpPr>
        <p:spPr/>
        <p:txBody>
          <a:bodyPr>
            <a:normAutofit fontScale="90000"/>
          </a:bodyPr>
          <a:lstStyle/>
          <a:p>
            <a:r>
              <a:rPr lang="en-US" dirty="0" err="1">
                <a:latin typeface="Times New Roman" panose="02020603050405020304" pitchFamily="18" charset="0"/>
                <a:cs typeface="Times New Roman" panose="02020603050405020304" pitchFamily="18" charset="0"/>
              </a:rPr>
              <a:t>PolypNet</a:t>
            </a:r>
            <a:r>
              <a:rPr lang="en-US" dirty="0">
                <a:latin typeface="Times New Roman" panose="02020603050405020304" pitchFamily="18" charset="0"/>
                <a:cs typeface="Times New Roman" panose="02020603050405020304" pitchFamily="18" charset="0"/>
              </a:rPr>
              <a:t>: An Attention Based Shallow Deep Learning Model for Colorectal Polyp Image Classification</a:t>
            </a:r>
          </a:p>
        </p:txBody>
      </p:sp>
    </p:spTree>
    <p:extLst>
      <p:ext uri="{BB962C8B-B14F-4D97-AF65-F5344CB8AC3E}">
        <p14:creationId xmlns:p14="http://schemas.microsoft.com/office/powerpoint/2010/main" val="9018274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g265277b142a_0_74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SzPts val="2400"/>
              <a:buFont typeface="Arial"/>
              <a:buNone/>
            </a:pPr>
            <a:fld id="{00000000-1234-1234-1234-123412341234}" type="slidenum">
              <a:rPr lang="en-US"/>
              <a:t>2</a:t>
            </a:fld>
            <a:endParaRPr/>
          </a:p>
        </p:txBody>
      </p:sp>
      <p:sp>
        <p:nvSpPr>
          <p:cNvPr id="4" name="Title 3"/>
          <p:cNvSpPr>
            <a:spLocks noGrp="1"/>
          </p:cNvSpPr>
          <p:nvPr>
            <p:ph type="title"/>
          </p:nvPr>
        </p:nvSpPr>
        <p:spPr/>
        <p:txBody>
          <a:bodyPr/>
          <a:lstStyle/>
          <a:p>
            <a:endParaRPr lang="en-US" dirty="0"/>
          </a:p>
        </p:txBody>
      </p:sp>
      <p:graphicFrame>
        <p:nvGraphicFramePr>
          <p:cNvPr id="2" name="Table 2">
            <a:extLst>
              <a:ext uri="{FF2B5EF4-FFF2-40B4-BE49-F238E27FC236}">
                <a16:creationId xmlns:a16="http://schemas.microsoft.com/office/drawing/2014/main" id="{3B073E23-7EB5-4D2A-B390-B2108FB140C7}"/>
              </a:ext>
            </a:extLst>
          </p:cNvPr>
          <p:cNvGraphicFramePr>
            <a:graphicFrameLocks noGrp="1"/>
          </p:cNvGraphicFramePr>
          <p:nvPr>
            <p:extLst>
              <p:ext uri="{D42A27DB-BD31-4B8C-83A1-F6EECF244321}">
                <p14:modId xmlns:p14="http://schemas.microsoft.com/office/powerpoint/2010/main" val="1824826550"/>
              </p:ext>
            </p:extLst>
          </p:nvPr>
        </p:nvGraphicFramePr>
        <p:xfrm>
          <a:off x="1056806" y="4972287"/>
          <a:ext cx="16174388" cy="2651760"/>
        </p:xfrm>
        <a:graphic>
          <a:graphicData uri="http://schemas.openxmlformats.org/drawingml/2006/table">
            <a:tbl>
              <a:tblPr firstRow="1" bandRow="1">
                <a:tableStyleId>{2D5ABB26-0587-4C30-8999-92F81FD0307C}</a:tableStyleId>
              </a:tblPr>
              <a:tblGrid>
                <a:gridCol w="8087194">
                  <a:extLst>
                    <a:ext uri="{9D8B030D-6E8A-4147-A177-3AD203B41FA5}">
                      <a16:colId xmlns:a16="http://schemas.microsoft.com/office/drawing/2014/main" val="779230138"/>
                    </a:ext>
                  </a:extLst>
                </a:gridCol>
                <a:gridCol w="8087194">
                  <a:extLst>
                    <a:ext uri="{9D8B030D-6E8A-4147-A177-3AD203B41FA5}">
                      <a16:colId xmlns:a16="http://schemas.microsoft.com/office/drawing/2014/main" val="3274939232"/>
                    </a:ext>
                  </a:extLst>
                </a:gridCol>
              </a:tblGrid>
              <a:tr h="1743305">
                <a:tc>
                  <a:txBody>
                    <a:bodyPr/>
                    <a:lstStyle/>
                    <a:p>
                      <a:r>
                        <a:rPr lang="en-US" sz="2400" b="1" u="none" strike="noStrike" cap="none" baseline="0" dirty="0">
                          <a:solidFill>
                            <a:schemeClr val="tx1"/>
                          </a:solidFill>
                          <a:sym typeface="Arial"/>
                        </a:rPr>
                        <a:t>Proposed by: </a:t>
                      </a:r>
                    </a:p>
                    <a:p>
                      <a:endParaRPr lang="en-US" sz="2400" b="1" u="none" strike="noStrike" cap="none" baseline="0" dirty="0">
                        <a:solidFill>
                          <a:schemeClr val="tx1"/>
                        </a:solidFill>
                        <a:sym typeface="Arial"/>
                      </a:endParaRPr>
                    </a:p>
                    <a:p>
                      <a:r>
                        <a:rPr lang="en-US" sz="2400" b="0" u="none" strike="noStrike" cap="none" baseline="0" dirty="0">
                          <a:solidFill>
                            <a:schemeClr val="tx1"/>
                          </a:solidFill>
                          <a:sym typeface="Arial"/>
                        </a:rPr>
                        <a:t>Md. Saiful Islam</a:t>
                      </a:r>
                    </a:p>
                    <a:p>
                      <a:r>
                        <a:rPr lang="en-US" sz="2400" b="0" u="none" strike="noStrike" cap="none" baseline="0" dirty="0">
                          <a:solidFill>
                            <a:schemeClr val="tx1"/>
                          </a:solidFill>
                          <a:sym typeface="Arial"/>
                        </a:rPr>
                        <a:t>MC-201104R</a:t>
                      </a:r>
                    </a:p>
                    <a:p>
                      <a:r>
                        <a:rPr lang="en-US" sz="2400" b="0" u="none" strike="noStrike" cap="none" baseline="0" dirty="0">
                          <a:solidFill>
                            <a:schemeClr val="tx1"/>
                          </a:solidFill>
                          <a:sym typeface="Arial"/>
                        </a:rPr>
                        <a:t>M.Sc</a:t>
                      </a:r>
                      <a:r>
                        <a:rPr lang="en-US" sz="2400" b="0" u="none" strike="noStrike" cap="none" baseline="0">
                          <a:solidFill>
                            <a:schemeClr val="tx1"/>
                          </a:solidFill>
                          <a:sym typeface="Arial"/>
                        </a:rPr>
                        <a:t>. in </a:t>
                      </a:r>
                      <a:r>
                        <a:rPr lang="en-US" sz="2400" b="0" u="none" strike="noStrike" cap="none" baseline="0" dirty="0">
                          <a:solidFill>
                            <a:schemeClr val="tx1"/>
                          </a:solidFill>
                          <a:sym typeface="Arial"/>
                        </a:rPr>
                        <a:t>CSE</a:t>
                      </a:r>
                    </a:p>
                    <a:p>
                      <a:r>
                        <a:rPr lang="en-US" sz="2400" b="0" u="none" strike="noStrike" cap="none" baseline="0" dirty="0">
                          <a:solidFill>
                            <a:schemeClr val="tx1"/>
                          </a:solidFill>
                          <a:sym typeface="Arial"/>
                        </a:rPr>
                        <a:t>Department of Computer Science and Engineering </a:t>
                      </a:r>
                    </a:p>
                    <a:p>
                      <a:r>
                        <a:rPr lang="en-US" sz="2400" b="0" u="none" strike="noStrike" cap="none" baseline="0" dirty="0">
                          <a:solidFill>
                            <a:schemeClr val="tx1"/>
                          </a:solidFill>
                          <a:sym typeface="Arial"/>
                        </a:rPr>
                        <a:t>International Islamic University Chittagong (IIUC)</a:t>
                      </a:r>
                      <a:endParaRPr lang="en-US" sz="2400" b="0" i="0" u="none" strike="noStrike" cap="none" baseline="0" dirty="0">
                        <a:solidFill>
                          <a:schemeClr val="tx1"/>
                        </a:solidFill>
                        <a:latin typeface="Times New Roman" panose="02020603050405020304" pitchFamily="18" charset="0"/>
                        <a:ea typeface="+mn-ea"/>
                        <a:cs typeface="Times New Roman" panose="02020603050405020304" pitchFamily="18" charset="0"/>
                        <a:sym typeface="Arial"/>
                      </a:endParaRPr>
                    </a:p>
                  </a:txBody>
                  <a:tcPr/>
                </a:tc>
                <a:tc>
                  <a:txBody>
                    <a:bodyPr/>
                    <a:lstStyle/>
                    <a:p>
                      <a:r>
                        <a:rPr lang="en-US" sz="2400" b="1" u="none" strike="noStrike" cap="none" baseline="0" dirty="0">
                          <a:solidFill>
                            <a:schemeClr val="tx1"/>
                          </a:solidFill>
                          <a:sym typeface="Arial"/>
                        </a:rPr>
                        <a:t>Supervised by</a:t>
                      </a:r>
                    </a:p>
                    <a:p>
                      <a:endParaRPr lang="en-US" sz="2400" b="1" u="none" strike="noStrike" cap="none" baseline="0" dirty="0">
                        <a:solidFill>
                          <a:schemeClr val="tx1"/>
                        </a:solidFill>
                        <a:sym typeface="Arial"/>
                      </a:endParaRPr>
                    </a:p>
                    <a:p>
                      <a:r>
                        <a:rPr lang="en-US" sz="2400" b="0" u="none" strike="noStrike" cap="none" baseline="0" dirty="0">
                          <a:solidFill>
                            <a:schemeClr val="tx1"/>
                          </a:solidFill>
                          <a:sym typeface="Arial"/>
                        </a:rPr>
                        <a:t>Md. </a:t>
                      </a:r>
                      <a:r>
                        <a:rPr lang="en-US" sz="2400" b="0" u="none" strike="noStrike" cap="none" baseline="0" dirty="0" err="1">
                          <a:solidFill>
                            <a:schemeClr val="tx1"/>
                          </a:solidFill>
                          <a:sym typeface="Arial"/>
                        </a:rPr>
                        <a:t>Khaliluzzaman</a:t>
                      </a:r>
                      <a:endParaRPr lang="en-US" sz="2400" b="0" u="none" strike="noStrike" cap="none" baseline="0" dirty="0">
                        <a:solidFill>
                          <a:schemeClr val="tx1"/>
                        </a:solidFill>
                        <a:sym typeface="Arial"/>
                      </a:endParaRPr>
                    </a:p>
                    <a:p>
                      <a:r>
                        <a:rPr lang="en-US" sz="2400" b="0" u="none" strike="noStrike" cap="none" baseline="0" dirty="0">
                          <a:solidFill>
                            <a:schemeClr val="tx1"/>
                          </a:solidFill>
                          <a:sym typeface="Arial"/>
                        </a:rPr>
                        <a:t>Associate Professor </a:t>
                      </a:r>
                    </a:p>
                    <a:p>
                      <a:r>
                        <a:rPr lang="en-US" sz="2400" b="0" u="none" strike="noStrike" cap="none" baseline="0" dirty="0">
                          <a:solidFill>
                            <a:schemeClr val="tx1"/>
                          </a:solidFill>
                          <a:sym typeface="Arial"/>
                        </a:rPr>
                        <a:t>Department of Computer Science and Engineering International Islamic University Chittagong (IIUC)</a:t>
                      </a:r>
                      <a:endParaRPr lang="en-US" sz="2400" dirty="0">
                        <a:solidFill>
                          <a:schemeClr val="tx1"/>
                        </a:solidFill>
                      </a:endParaRPr>
                    </a:p>
                    <a:p>
                      <a:endParaRPr lang="en-US" sz="240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79061604"/>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0B7DDB5-A5F0-7E51-F9B1-EA3AECEF2940}"/>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3</a:t>
            </a:fld>
            <a:endParaRPr lang="en-US"/>
          </a:p>
        </p:txBody>
      </p:sp>
      <p:sp>
        <p:nvSpPr>
          <p:cNvPr id="3" name="Title 2">
            <a:extLst>
              <a:ext uri="{FF2B5EF4-FFF2-40B4-BE49-F238E27FC236}">
                <a16:creationId xmlns:a16="http://schemas.microsoft.com/office/drawing/2014/main" id="{E88F4CC5-B5A5-86FE-E003-1CA9229B5B88}"/>
              </a:ext>
            </a:extLst>
          </p:cNvPr>
          <p:cNvSpPr>
            <a:spLocks noGrp="1"/>
          </p:cNvSpPr>
          <p:nvPr>
            <p:ph type="title"/>
          </p:nvPr>
        </p:nvSpPr>
        <p:spPr/>
        <p:txBody>
          <a:bodyPr/>
          <a:lstStyle/>
          <a:p>
            <a:r>
              <a:rPr lang="en-US" dirty="0"/>
              <a:t>Content</a:t>
            </a:r>
          </a:p>
        </p:txBody>
      </p:sp>
      <p:sp>
        <p:nvSpPr>
          <p:cNvPr id="4" name="Text Placeholder 3">
            <a:extLst>
              <a:ext uri="{FF2B5EF4-FFF2-40B4-BE49-F238E27FC236}">
                <a16:creationId xmlns:a16="http://schemas.microsoft.com/office/drawing/2014/main" id="{9E75AEEE-B313-4A42-2DCD-7D8556E38AD5}"/>
              </a:ext>
            </a:extLst>
          </p:cNvPr>
          <p:cNvSpPr>
            <a:spLocks noGrp="1"/>
          </p:cNvSpPr>
          <p:nvPr>
            <p:ph type="body" idx="1"/>
          </p:nvPr>
        </p:nvSpPr>
        <p:spPr>
          <a:xfrm>
            <a:off x="274320" y="1984011"/>
            <a:ext cx="8869680" cy="7185746"/>
          </a:xfrm>
        </p:spPr>
        <p:txBody>
          <a:bodyPr>
            <a:normAutofit/>
          </a:bodyPr>
          <a:lstStyle/>
          <a:p>
            <a:r>
              <a:rPr lang="en-US" sz="4000" dirty="0">
                <a:latin typeface="Average" panose="020B0604020202020204" charset="0"/>
              </a:rPr>
              <a:t>Introduction</a:t>
            </a:r>
          </a:p>
          <a:p>
            <a:r>
              <a:rPr lang="en-US" sz="4000" dirty="0">
                <a:latin typeface="Average" panose="020B0604020202020204" charset="0"/>
              </a:rPr>
              <a:t>Motivation</a:t>
            </a:r>
          </a:p>
          <a:p>
            <a:r>
              <a:rPr lang="en-US" sz="4000" dirty="0">
                <a:latin typeface="Average" panose="020B0604020202020204" charset="0"/>
              </a:rPr>
              <a:t>Problem Statement</a:t>
            </a:r>
          </a:p>
          <a:p>
            <a:r>
              <a:rPr lang="en-US" sz="4000" dirty="0">
                <a:latin typeface="Average" panose="020B0604020202020204" charset="0"/>
              </a:rPr>
              <a:t>Literature Review</a:t>
            </a:r>
          </a:p>
          <a:p>
            <a:r>
              <a:rPr lang="en-US" sz="4000" dirty="0">
                <a:latin typeface="Average" panose="020B0604020202020204" charset="0"/>
              </a:rPr>
              <a:t>Research Gap</a:t>
            </a:r>
          </a:p>
          <a:p>
            <a:r>
              <a:rPr lang="en-US" sz="4000" dirty="0">
                <a:latin typeface="Average" panose="020B0604020202020204" charset="0"/>
              </a:rPr>
              <a:t>Research Objective</a:t>
            </a:r>
          </a:p>
        </p:txBody>
      </p:sp>
      <p:sp>
        <p:nvSpPr>
          <p:cNvPr id="5" name="Text Placeholder 3">
            <a:extLst>
              <a:ext uri="{FF2B5EF4-FFF2-40B4-BE49-F238E27FC236}">
                <a16:creationId xmlns:a16="http://schemas.microsoft.com/office/drawing/2014/main" id="{48697C8C-64B4-8971-6037-7BC3BC00D454}"/>
              </a:ext>
            </a:extLst>
          </p:cNvPr>
          <p:cNvSpPr txBox="1">
            <a:spLocks/>
          </p:cNvSpPr>
          <p:nvPr/>
        </p:nvSpPr>
        <p:spPr>
          <a:xfrm>
            <a:off x="9144000" y="2014531"/>
            <a:ext cx="8869680" cy="7185746"/>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pPr marL="457200" marR="0" indent="-429768" algn="l" rtl="0">
              <a:spcBef>
                <a:spcPts val="640"/>
              </a:spcBef>
              <a:spcAft>
                <a:spcPts val="0"/>
              </a:spcAft>
              <a:buClr>
                <a:schemeClr val="dk1"/>
              </a:buClr>
              <a:buSzPts val="3200"/>
              <a:buFont typeface="Arial" panose="020B0604020202020204" pitchFamily="34" charset="0"/>
              <a:buChar char="•"/>
            </a:pPr>
            <a:r>
              <a:rPr lang="en-US" sz="4000" b="0" i="0" dirty="0">
                <a:solidFill>
                  <a:srgbClr val="000000"/>
                </a:solidFill>
                <a:effectLst/>
                <a:latin typeface="Average" panose="020B0604020202020204" charset="0"/>
                <a:ea typeface="Calibri" panose="020F0502020204030204" pitchFamily="34" charset="0"/>
                <a:cs typeface="Calibri" panose="020F0502020204030204" pitchFamily="34" charset="0"/>
              </a:rPr>
              <a:t>Methodology</a:t>
            </a:r>
            <a:endParaRPr lang="en-US" sz="4000" dirty="0">
              <a:effectLst/>
              <a:latin typeface="Average" panose="020B0604020202020204" charset="0"/>
            </a:endParaRPr>
          </a:p>
          <a:p>
            <a:pPr marL="457200" marR="0" indent="-429768" algn="l" rtl="0">
              <a:spcBef>
                <a:spcPts val="640"/>
              </a:spcBef>
              <a:spcAft>
                <a:spcPts val="0"/>
              </a:spcAft>
            </a:pPr>
            <a:r>
              <a:rPr lang="en-US" sz="4000" b="0" i="0" dirty="0">
                <a:solidFill>
                  <a:srgbClr val="000000"/>
                </a:solidFill>
                <a:effectLst/>
                <a:latin typeface="Average" panose="020B0604020202020204" charset="0"/>
                <a:ea typeface="Calibri" panose="020F0502020204030204" pitchFamily="34" charset="0"/>
                <a:cs typeface="Calibri" panose="020F0502020204030204" pitchFamily="34" charset="0"/>
              </a:rPr>
              <a:t>Result</a:t>
            </a:r>
            <a:endParaRPr lang="en-US" sz="4000" dirty="0">
              <a:effectLst/>
              <a:latin typeface="Average" panose="020B0604020202020204" charset="0"/>
            </a:endParaRPr>
          </a:p>
          <a:p>
            <a:pPr marL="457200" marR="0" indent="-429768" algn="l" rtl="0">
              <a:spcBef>
                <a:spcPts val="640"/>
              </a:spcBef>
              <a:spcAft>
                <a:spcPts val="0"/>
              </a:spcAft>
            </a:pPr>
            <a:r>
              <a:rPr lang="en-US" sz="4000" b="0" i="0" dirty="0">
                <a:solidFill>
                  <a:srgbClr val="000000"/>
                </a:solidFill>
                <a:effectLst/>
                <a:latin typeface="Average" panose="020B0604020202020204" charset="0"/>
                <a:ea typeface="Calibri" panose="020F0502020204030204" pitchFamily="34" charset="0"/>
                <a:cs typeface="Calibri" panose="020F0502020204030204" pitchFamily="34" charset="0"/>
              </a:rPr>
              <a:t>Discussion</a:t>
            </a:r>
            <a:endParaRPr lang="en-US" sz="4000" dirty="0">
              <a:effectLst/>
              <a:latin typeface="Average" panose="020B0604020202020204" charset="0"/>
            </a:endParaRPr>
          </a:p>
          <a:p>
            <a:pPr marL="457200" marR="0" indent="-429768" algn="l" rtl="0">
              <a:spcBef>
                <a:spcPts val="640"/>
              </a:spcBef>
              <a:spcAft>
                <a:spcPts val="0"/>
              </a:spcAft>
            </a:pPr>
            <a:r>
              <a:rPr lang="en-US" sz="4000" b="0" i="0" dirty="0">
                <a:solidFill>
                  <a:srgbClr val="000000"/>
                </a:solidFill>
                <a:effectLst/>
                <a:latin typeface="Average" panose="020B0604020202020204" charset="0"/>
                <a:ea typeface="Calibri" panose="020F0502020204030204" pitchFamily="34" charset="0"/>
                <a:cs typeface="Calibri" panose="020F0502020204030204" pitchFamily="34" charset="0"/>
              </a:rPr>
              <a:t>Contribution</a:t>
            </a:r>
            <a:endParaRPr lang="en-US" sz="4000" dirty="0">
              <a:effectLst/>
              <a:latin typeface="Average" panose="020B0604020202020204" charset="0"/>
            </a:endParaRPr>
          </a:p>
          <a:p>
            <a:pPr marL="457200" marR="0" indent="-429768" algn="l" rtl="0">
              <a:spcBef>
                <a:spcPts val="640"/>
              </a:spcBef>
              <a:spcAft>
                <a:spcPts val="0"/>
              </a:spcAft>
            </a:pPr>
            <a:r>
              <a:rPr lang="en-US" sz="4000" b="0" i="0" dirty="0">
                <a:solidFill>
                  <a:srgbClr val="000000"/>
                </a:solidFill>
                <a:effectLst/>
                <a:latin typeface="Average" panose="020B0604020202020204" charset="0"/>
                <a:ea typeface="Calibri" panose="020F0502020204030204" pitchFamily="34" charset="0"/>
                <a:cs typeface="Calibri" panose="020F0502020204030204" pitchFamily="34" charset="0"/>
              </a:rPr>
              <a:t>Conclusion</a:t>
            </a:r>
            <a:endParaRPr lang="en-US" sz="4000" dirty="0">
              <a:effectLst/>
              <a:latin typeface="Average" panose="020B0604020202020204" charset="0"/>
            </a:endParaRPr>
          </a:p>
          <a:p>
            <a:pPr marL="457200" marR="0" indent="-429768" algn="l" rtl="0">
              <a:spcBef>
                <a:spcPts val="640"/>
              </a:spcBef>
              <a:spcAft>
                <a:spcPts val="0"/>
              </a:spcAft>
            </a:pPr>
            <a:r>
              <a:rPr lang="en-US" sz="4000" b="0" i="0" dirty="0">
                <a:solidFill>
                  <a:srgbClr val="000000"/>
                </a:solidFill>
                <a:effectLst/>
                <a:latin typeface="Average" panose="020B0604020202020204" charset="0"/>
                <a:ea typeface="Calibri" panose="020F0502020204030204" pitchFamily="34" charset="0"/>
                <a:cs typeface="Calibri" panose="020F0502020204030204" pitchFamily="34" charset="0"/>
              </a:rPr>
              <a:t>References</a:t>
            </a:r>
            <a:endParaRPr lang="en-US" sz="4000" dirty="0">
              <a:effectLst/>
              <a:latin typeface="Average" panose="020B0604020202020204" charset="0"/>
            </a:endParaRPr>
          </a:p>
        </p:txBody>
      </p:sp>
    </p:spTree>
    <p:extLst>
      <p:ext uri="{BB962C8B-B14F-4D97-AF65-F5344CB8AC3E}">
        <p14:creationId xmlns:p14="http://schemas.microsoft.com/office/powerpoint/2010/main" val="12882436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FE2768C-C273-2E74-65B0-7A20DD33563E}"/>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4</a:t>
            </a:fld>
            <a:endParaRPr lang="en-US"/>
          </a:p>
        </p:txBody>
      </p:sp>
      <p:sp>
        <p:nvSpPr>
          <p:cNvPr id="3" name="Title 2">
            <a:extLst>
              <a:ext uri="{FF2B5EF4-FFF2-40B4-BE49-F238E27FC236}">
                <a16:creationId xmlns:a16="http://schemas.microsoft.com/office/drawing/2014/main" id="{947B5394-5EEC-A97E-0156-3438454A71FA}"/>
              </a:ext>
            </a:extLst>
          </p:cNvPr>
          <p:cNvSpPr>
            <a:spLocks noGrp="1"/>
          </p:cNvSpPr>
          <p:nvPr>
            <p:ph type="title"/>
          </p:nvPr>
        </p:nvSpPr>
        <p:spPr/>
        <p:txBody>
          <a:bodyPr/>
          <a:lstStyle/>
          <a:p>
            <a:r>
              <a:rPr lang="en-US" dirty="0"/>
              <a:t>Introduction</a:t>
            </a:r>
          </a:p>
        </p:txBody>
      </p:sp>
      <p:sp>
        <p:nvSpPr>
          <p:cNvPr id="4" name="Text Placeholder 3">
            <a:extLst>
              <a:ext uri="{FF2B5EF4-FFF2-40B4-BE49-F238E27FC236}">
                <a16:creationId xmlns:a16="http://schemas.microsoft.com/office/drawing/2014/main" id="{56A07C52-2FF3-F01A-B237-FF08B8BA4BCF}"/>
              </a:ext>
            </a:extLst>
          </p:cNvPr>
          <p:cNvSpPr>
            <a:spLocks noGrp="1"/>
          </p:cNvSpPr>
          <p:nvPr>
            <p:ph type="body" idx="1"/>
          </p:nvPr>
        </p:nvSpPr>
        <p:spPr>
          <a:xfrm>
            <a:off x="274320" y="1662545"/>
            <a:ext cx="17723780" cy="7507212"/>
          </a:xfrm>
        </p:spPr>
        <p:txBody>
          <a:bodyPr>
            <a:normAutofit/>
          </a:bodyPr>
          <a:lstStyle/>
          <a:p>
            <a:pPr algn="just"/>
            <a:r>
              <a:rPr lang="en-US" sz="3600" b="1">
                <a:latin typeface="Average" panose="020B0604020202020204" charset="0"/>
              </a:rPr>
              <a:t>Colorectal Cancer (CRC) Impact</a:t>
            </a:r>
            <a:r>
              <a:rPr lang="en-US" sz="3600">
                <a:latin typeface="Average" panose="020B0604020202020204" charset="0"/>
              </a:rPr>
              <a:t>: CRC is a leading cause of cancer deaths, emphasizing the importance of early detection.</a:t>
            </a:r>
          </a:p>
          <a:p>
            <a:pPr algn="just"/>
            <a:r>
              <a:rPr lang="en-US" sz="3600" b="1">
                <a:latin typeface="Average" panose="020B0604020202020204" charset="0"/>
              </a:rPr>
              <a:t>Role of Deep Learning</a:t>
            </a:r>
            <a:r>
              <a:rPr lang="en-US" sz="3600">
                <a:latin typeface="Average" panose="020B0604020202020204" charset="0"/>
              </a:rPr>
              <a:t>: Deep learning technologies assist in identifying colon polyps during colonoscopies, which can help reduce CRC mortality.</a:t>
            </a:r>
          </a:p>
          <a:p>
            <a:pPr algn="just"/>
            <a:r>
              <a:rPr lang="en-US" sz="3600" b="1">
                <a:latin typeface="Average" panose="020B0604020202020204" charset="0"/>
              </a:rPr>
              <a:t>Model Limitations</a:t>
            </a:r>
            <a:r>
              <a:rPr lang="en-US" sz="3600">
                <a:latin typeface="Average" panose="020B0604020202020204" charset="0"/>
              </a:rPr>
              <a:t>: Current deep learning models face challenges with overfitting and generalization to new datasets.</a:t>
            </a:r>
          </a:p>
          <a:p>
            <a:pPr algn="just"/>
            <a:r>
              <a:rPr lang="en-US" sz="3600" b="1">
                <a:latin typeface="Average" panose="020B0604020202020204" charset="0"/>
              </a:rPr>
              <a:t>Research Focus</a:t>
            </a:r>
            <a:r>
              <a:rPr lang="en-US" sz="3600">
                <a:latin typeface="Average" panose="020B0604020202020204" charset="0"/>
              </a:rPr>
              <a:t>: Our research investigates advanced models for polyp images, revealing limitations in accuracy.</a:t>
            </a:r>
          </a:p>
          <a:p>
            <a:pPr algn="just"/>
            <a:r>
              <a:rPr lang="en-US" sz="3600" b="1">
                <a:latin typeface="Average" panose="020B0604020202020204" charset="0"/>
              </a:rPr>
              <a:t>Proposed Solution</a:t>
            </a:r>
            <a:r>
              <a:rPr lang="en-US" sz="3600">
                <a:latin typeface="Average" panose="020B0604020202020204" charset="0"/>
              </a:rPr>
              <a:t>: We propose a shallow CNN with a self-attention mechanism to enhance classification accuracy</a:t>
            </a:r>
          </a:p>
        </p:txBody>
      </p:sp>
    </p:spTree>
    <p:extLst>
      <p:ext uri="{BB962C8B-B14F-4D97-AF65-F5344CB8AC3E}">
        <p14:creationId xmlns:p14="http://schemas.microsoft.com/office/powerpoint/2010/main" val="7079978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8EC76CF-43FD-79A8-D55C-F90555CE034A}"/>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5</a:t>
            </a:fld>
            <a:endParaRPr lang="en-US"/>
          </a:p>
        </p:txBody>
      </p:sp>
      <p:sp>
        <p:nvSpPr>
          <p:cNvPr id="3" name="Title 2">
            <a:extLst>
              <a:ext uri="{FF2B5EF4-FFF2-40B4-BE49-F238E27FC236}">
                <a16:creationId xmlns:a16="http://schemas.microsoft.com/office/drawing/2014/main" id="{2B028218-985F-65D0-B2FC-FAB3BCFF309B}"/>
              </a:ext>
            </a:extLst>
          </p:cNvPr>
          <p:cNvSpPr>
            <a:spLocks noGrp="1"/>
          </p:cNvSpPr>
          <p:nvPr>
            <p:ph type="title"/>
          </p:nvPr>
        </p:nvSpPr>
        <p:spPr/>
        <p:txBody>
          <a:bodyPr/>
          <a:lstStyle/>
          <a:p>
            <a:r>
              <a:rPr lang="en-US" dirty="0"/>
              <a:t>Motivation</a:t>
            </a:r>
          </a:p>
        </p:txBody>
      </p:sp>
      <p:sp>
        <p:nvSpPr>
          <p:cNvPr id="4" name="Text Placeholder 3">
            <a:extLst>
              <a:ext uri="{FF2B5EF4-FFF2-40B4-BE49-F238E27FC236}">
                <a16:creationId xmlns:a16="http://schemas.microsoft.com/office/drawing/2014/main" id="{00C1DC5F-272D-5217-FEAC-552ECBE0B62A}"/>
              </a:ext>
            </a:extLst>
          </p:cNvPr>
          <p:cNvSpPr>
            <a:spLocks noGrp="1"/>
          </p:cNvSpPr>
          <p:nvPr>
            <p:ph type="body" idx="1"/>
          </p:nvPr>
        </p:nvSpPr>
        <p:spPr/>
        <p:txBody>
          <a:bodyPr>
            <a:normAutofit/>
          </a:bodyPr>
          <a:lstStyle/>
          <a:p>
            <a:pPr algn="just"/>
            <a:r>
              <a:rPr lang="en-US" sz="4000" b="1"/>
              <a:t>Consequences of Missing Polyps</a:t>
            </a:r>
            <a:r>
              <a:rPr lang="en-US" sz="4000"/>
              <a:t>: Undetected polyps can result in advanced CRC, making reliable detection systems essential.</a:t>
            </a:r>
          </a:p>
          <a:p>
            <a:pPr algn="just"/>
            <a:r>
              <a:rPr lang="en-US" sz="4000" b="1"/>
              <a:t>Enhancing Detection</a:t>
            </a:r>
            <a:r>
              <a:rPr lang="en-US" sz="4000"/>
              <a:t>: Focused on improving polyp identification, surface characterization, and segmentation through deep learning for greater reliability and consistency.</a:t>
            </a:r>
          </a:p>
          <a:p>
            <a:pPr algn="just"/>
            <a:r>
              <a:rPr lang="en-US" sz="4000" b="1"/>
              <a:t>Promise of AI</a:t>
            </a:r>
            <a:r>
              <a:rPr lang="en-US" sz="4000"/>
              <a:t>: Deep learning and AI have proved effective in various fields, and applying these technologies to CRC detection could significantly enhance accuracy.</a:t>
            </a:r>
          </a:p>
          <a:p>
            <a:pPr algn="just"/>
            <a:r>
              <a:rPr lang="en-US" sz="4000" b="1"/>
              <a:t>Impact on Lives</a:t>
            </a:r>
            <a:r>
              <a:rPr lang="en-US" sz="4000"/>
              <a:t>: Improving polyp detection with advanced technology can lead to earlier interventions, potentially saving numerous lives.</a:t>
            </a:r>
          </a:p>
        </p:txBody>
      </p:sp>
    </p:spTree>
    <p:extLst>
      <p:ext uri="{BB962C8B-B14F-4D97-AF65-F5344CB8AC3E}">
        <p14:creationId xmlns:p14="http://schemas.microsoft.com/office/powerpoint/2010/main" val="5936028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482EFF7-0FFB-476C-A9E6-2D7D18CFAF4E}"/>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6</a:t>
            </a:fld>
            <a:endParaRPr lang="en-US"/>
          </a:p>
        </p:txBody>
      </p:sp>
      <p:sp>
        <p:nvSpPr>
          <p:cNvPr id="3" name="Title 2">
            <a:extLst>
              <a:ext uri="{FF2B5EF4-FFF2-40B4-BE49-F238E27FC236}">
                <a16:creationId xmlns:a16="http://schemas.microsoft.com/office/drawing/2014/main" id="{6F551140-EBF4-DDF9-C427-94B575154B1F}"/>
              </a:ext>
            </a:extLst>
          </p:cNvPr>
          <p:cNvSpPr>
            <a:spLocks noGrp="1"/>
          </p:cNvSpPr>
          <p:nvPr>
            <p:ph type="title"/>
          </p:nvPr>
        </p:nvSpPr>
        <p:spPr/>
        <p:txBody>
          <a:bodyPr/>
          <a:lstStyle/>
          <a:p>
            <a:r>
              <a:rPr lang="en" dirty="0"/>
              <a:t>Problem Statement</a:t>
            </a:r>
            <a:endParaRPr lang="en-US" dirty="0"/>
          </a:p>
        </p:txBody>
      </p:sp>
      <p:sp>
        <p:nvSpPr>
          <p:cNvPr id="4" name="Text Placeholder 3">
            <a:extLst>
              <a:ext uri="{FF2B5EF4-FFF2-40B4-BE49-F238E27FC236}">
                <a16:creationId xmlns:a16="http://schemas.microsoft.com/office/drawing/2014/main" id="{7A1BFCF6-D6A5-9A78-08B0-FA8A4073D10F}"/>
              </a:ext>
            </a:extLst>
          </p:cNvPr>
          <p:cNvSpPr>
            <a:spLocks noGrp="1"/>
          </p:cNvSpPr>
          <p:nvPr>
            <p:ph type="body" idx="1"/>
          </p:nvPr>
        </p:nvSpPr>
        <p:spPr/>
        <p:txBody>
          <a:bodyPr>
            <a:normAutofit/>
          </a:bodyPr>
          <a:lstStyle/>
          <a:p>
            <a:pPr algn="just"/>
            <a:r>
              <a:rPr lang="en-US" sz="4000" b="1">
                <a:latin typeface="Average" panose="020B0604020202020204" charset="0"/>
                <a:ea typeface="Calibri" panose="020F0502020204030204" pitchFamily="34" charset="0"/>
                <a:cs typeface="Calibri" panose="020F0502020204030204" pitchFamily="34" charset="0"/>
              </a:rPr>
              <a:t>Limitations of Current Methods</a:t>
            </a:r>
            <a:r>
              <a:rPr lang="en-US" sz="4000">
                <a:latin typeface="Average" panose="020B0604020202020204" charset="0"/>
                <a:ea typeface="Calibri" panose="020F0502020204030204" pitchFamily="34" charset="0"/>
                <a:cs typeface="Calibri" panose="020F0502020204030204" pitchFamily="34" charset="0"/>
              </a:rPr>
              <a:t>: Existing detection techniques are not reliable; traditional colonoscopy is time-consuming and error-prone, particularly for small, hidden polyps.</a:t>
            </a:r>
          </a:p>
          <a:p>
            <a:pPr algn="just"/>
            <a:r>
              <a:rPr lang="en-US" sz="4000" b="1">
                <a:latin typeface="Average" panose="020B0604020202020204" charset="0"/>
                <a:ea typeface="Calibri" panose="020F0502020204030204" pitchFamily="34" charset="0"/>
                <a:cs typeface="Calibri" panose="020F0502020204030204" pitchFamily="34" charset="0"/>
              </a:rPr>
              <a:t>Need for Automation</a:t>
            </a:r>
            <a:r>
              <a:rPr lang="en-US" sz="4000">
                <a:latin typeface="Average" panose="020B0604020202020204" charset="0"/>
                <a:ea typeface="Calibri" panose="020F0502020204030204" pitchFamily="34" charset="0"/>
                <a:cs typeface="Calibri" panose="020F0502020204030204" pitchFamily="34" charset="0"/>
              </a:rPr>
              <a:t>: There is a pressing need for improved, automated solutions for polyp detection.</a:t>
            </a:r>
          </a:p>
          <a:p>
            <a:pPr algn="just"/>
            <a:r>
              <a:rPr lang="en-US" sz="4000" b="1">
                <a:latin typeface="Average" panose="020B0604020202020204" charset="0"/>
                <a:ea typeface="Calibri" panose="020F0502020204030204" pitchFamily="34" charset="0"/>
                <a:cs typeface="Calibri" panose="020F0502020204030204" pitchFamily="34" charset="0"/>
              </a:rPr>
              <a:t>Role of Deep Learning</a:t>
            </a:r>
            <a:r>
              <a:rPr lang="en-US" sz="4000">
                <a:latin typeface="Average" panose="020B0604020202020204" charset="0"/>
                <a:ea typeface="Calibri" panose="020F0502020204030204" pitchFamily="34" charset="0"/>
                <a:cs typeface="Calibri" panose="020F0502020204030204" pitchFamily="34" charset="0"/>
              </a:rPr>
              <a:t>: Deep learning models, such as UNet and LinkNet, can enhance polyp detection &amp; classification efficiency and accuracy.</a:t>
            </a:r>
          </a:p>
          <a:p>
            <a:pPr algn="just"/>
            <a:r>
              <a:rPr lang="en-US" sz="4000" b="1">
                <a:latin typeface="Average" panose="020B0604020202020204" charset="0"/>
                <a:ea typeface="Calibri" panose="020F0502020204030204" pitchFamily="34" charset="0"/>
                <a:cs typeface="Calibri" panose="020F0502020204030204" pitchFamily="34" charset="0"/>
              </a:rPr>
              <a:t>Proposed Solution</a:t>
            </a:r>
            <a:r>
              <a:rPr lang="en-US" sz="4000">
                <a:latin typeface="Average" panose="020B0604020202020204" charset="0"/>
                <a:ea typeface="Calibri" panose="020F0502020204030204" pitchFamily="34" charset="0"/>
                <a:cs typeface="Calibri" panose="020F0502020204030204" pitchFamily="34" charset="0"/>
              </a:rPr>
              <a:t>: Utilizing these models can streamline the classification process, leading to faster and more reliable outcomes.</a:t>
            </a:r>
          </a:p>
        </p:txBody>
      </p:sp>
    </p:spTree>
    <p:extLst>
      <p:ext uri="{BB962C8B-B14F-4D97-AF65-F5344CB8AC3E}">
        <p14:creationId xmlns:p14="http://schemas.microsoft.com/office/powerpoint/2010/main" val="25004630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DA83EB9-BDF5-BE60-4E6F-5C7707CCA403}"/>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7</a:t>
            </a:fld>
            <a:endParaRPr lang="en-US"/>
          </a:p>
        </p:txBody>
      </p:sp>
      <p:sp>
        <p:nvSpPr>
          <p:cNvPr id="3" name="Title 2">
            <a:extLst>
              <a:ext uri="{FF2B5EF4-FFF2-40B4-BE49-F238E27FC236}">
                <a16:creationId xmlns:a16="http://schemas.microsoft.com/office/drawing/2014/main" id="{252B2049-0591-353A-0471-E0EFC1AB7318}"/>
              </a:ext>
            </a:extLst>
          </p:cNvPr>
          <p:cNvSpPr>
            <a:spLocks noGrp="1"/>
          </p:cNvSpPr>
          <p:nvPr>
            <p:ph type="title"/>
          </p:nvPr>
        </p:nvSpPr>
        <p:spPr/>
        <p:txBody>
          <a:bodyPr/>
          <a:lstStyle/>
          <a:p>
            <a:r>
              <a:rPr lang="en" dirty="0"/>
              <a:t>Literature Review</a:t>
            </a:r>
            <a:endParaRPr lang="en-US" dirty="0"/>
          </a:p>
        </p:txBody>
      </p:sp>
      <p:pic>
        <p:nvPicPr>
          <p:cNvPr id="5" name="Picture 4">
            <a:extLst>
              <a:ext uri="{FF2B5EF4-FFF2-40B4-BE49-F238E27FC236}">
                <a16:creationId xmlns:a16="http://schemas.microsoft.com/office/drawing/2014/main" id="{03EA51D0-79D5-44B9-9A88-4E48BCA9648C}"/>
              </a:ext>
            </a:extLst>
          </p:cNvPr>
          <p:cNvPicPr>
            <a:picLocks noChangeAspect="1"/>
          </p:cNvPicPr>
          <p:nvPr/>
        </p:nvPicPr>
        <p:blipFill>
          <a:blip r:embed="rId2"/>
          <a:stretch>
            <a:fillRect/>
          </a:stretch>
        </p:blipFill>
        <p:spPr>
          <a:xfrm>
            <a:off x="386176" y="1751544"/>
            <a:ext cx="17515647" cy="6783911"/>
          </a:xfrm>
          <a:prstGeom prst="rect">
            <a:avLst/>
          </a:prstGeom>
        </p:spPr>
      </p:pic>
    </p:spTree>
    <p:extLst>
      <p:ext uri="{BB962C8B-B14F-4D97-AF65-F5344CB8AC3E}">
        <p14:creationId xmlns:p14="http://schemas.microsoft.com/office/powerpoint/2010/main" val="20957470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DA83EB9-BDF5-BE60-4E6F-5C7707CCA403}"/>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8</a:t>
            </a:fld>
            <a:endParaRPr lang="en-US"/>
          </a:p>
        </p:txBody>
      </p:sp>
      <p:sp>
        <p:nvSpPr>
          <p:cNvPr id="3" name="Title 2">
            <a:extLst>
              <a:ext uri="{FF2B5EF4-FFF2-40B4-BE49-F238E27FC236}">
                <a16:creationId xmlns:a16="http://schemas.microsoft.com/office/drawing/2014/main" id="{252B2049-0591-353A-0471-E0EFC1AB7318}"/>
              </a:ext>
            </a:extLst>
          </p:cNvPr>
          <p:cNvSpPr>
            <a:spLocks noGrp="1"/>
          </p:cNvSpPr>
          <p:nvPr>
            <p:ph type="title"/>
          </p:nvPr>
        </p:nvSpPr>
        <p:spPr/>
        <p:txBody>
          <a:bodyPr/>
          <a:lstStyle/>
          <a:p>
            <a:r>
              <a:rPr lang="en" dirty="0"/>
              <a:t>Literature Review</a:t>
            </a:r>
            <a:endParaRPr lang="en-US" dirty="0"/>
          </a:p>
        </p:txBody>
      </p:sp>
      <p:pic>
        <p:nvPicPr>
          <p:cNvPr id="6" name="Picture 5">
            <a:extLst>
              <a:ext uri="{FF2B5EF4-FFF2-40B4-BE49-F238E27FC236}">
                <a16:creationId xmlns:a16="http://schemas.microsoft.com/office/drawing/2014/main" id="{912C58D0-7079-4AC1-B799-8334B8A6D64A}"/>
              </a:ext>
            </a:extLst>
          </p:cNvPr>
          <p:cNvPicPr>
            <a:picLocks noChangeAspect="1"/>
          </p:cNvPicPr>
          <p:nvPr/>
        </p:nvPicPr>
        <p:blipFill rotWithShape="1">
          <a:blip r:embed="rId2"/>
          <a:srcRect b="1853"/>
          <a:stretch/>
        </p:blipFill>
        <p:spPr>
          <a:xfrm>
            <a:off x="383722" y="1665704"/>
            <a:ext cx="17520556" cy="7264936"/>
          </a:xfrm>
          <a:prstGeom prst="rect">
            <a:avLst/>
          </a:prstGeom>
        </p:spPr>
      </p:pic>
    </p:spTree>
    <p:extLst>
      <p:ext uri="{BB962C8B-B14F-4D97-AF65-F5344CB8AC3E}">
        <p14:creationId xmlns:p14="http://schemas.microsoft.com/office/powerpoint/2010/main" val="36801974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FD45BF4-EC91-3482-34F5-A7A878F84B3E}"/>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9</a:t>
            </a:fld>
            <a:endParaRPr lang="en-US"/>
          </a:p>
        </p:txBody>
      </p:sp>
      <p:sp>
        <p:nvSpPr>
          <p:cNvPr id="3" name="Title 2">
            <a:extLst>
              <a:ext uri="{FF2B5EF4-FFF2-40B4-BE49-F238E27FC236}">
                <a16:creationId xmlns:a16="http://schemas.microsoft.com/office/drawing/2014/main" id="{281BA395-B781-69D1-9891-D0302D3592EB}"/>
              </a:ext>
            </a:extLst>
          </p:cNvPr>
          <p:cNvSpPr>
            <a:spLocks noGrp="1"/>
          </p:cNvSpPr>
          <p:nvPr>
            <p:ph type="title"/>
          </p:nvPr>
        </p:nvSpPr>
        <p:spPr/>
        <p:txBody>
          <a:bodyPr/>
          <a:lstStyle/>
          <a:p>
            <a:r>
              <a:rPr lang="en-US" dirty="0"/>
              <a:t>Research Gap</a:t>
            </a:r>
          </a:p>
        </p:txBody>
      </p:sp>
      <p:sp>
        <p:nvSpPr>
          <p:cNvPr id="4" name="Text Placeholder 3">
            <a:extLst>
              <a:ext uri="{FF2B5EF4-FFF2-40B4-BE49-F238E27FC236}">
                <a16:creationId xmlns:a16="http://schemas.microsoft.com/office/drawing/2014/main" id="{C387E54F-FE92-54F6-5EE6-C864FD941ED1}"/>
              </a:ext>
            </a:extLst>
          </p:cNvPr>
          <p:cNvSpPr>
            <a:spLocks noGrp="1"/>
          </p:cNvSpPr>
          <p:nvPr>
            <p:ph type="body" idx="1"/>
          </p:nvPr>
        </p:nvSpPr>
        <p:spPr/>
        <p:txBody>
          <a:bodyPr>
            <a:normAutofit/>
          </a:bodyPr>
          <a:lstStyle/>
          <a:p>
            <a:pPr algn="just"/>
            <a:r>
              <a:rPr lang="en-US" sz="3600" b="1">
                <a:latin typeface="Average" panose="020B0604020202020204" charset="0"/>
              </a:rPr>
              <a:t>Generalization Issues</a:t>
            </a:r>
            <a:r>
              <a:rPr lang="en-US" sz="3600">
                <a:latin typeface="Average" panose="020B0604020202020204" charset="0"/>
              </a:rPr>
              <a:t>: Many current deep learning models for classifying colorectal polyps do not work well when applied to new data outside of the small datasets they were trained on. This leads to overfitting, making them less reliable in real-life situations.</a:t>
            </a:r>
          </a:p>
          <a:p>
            <a:pPr algn="just"/>
            <a:r>
              <a:rPr lang="en-US" sz="3600" b="1">
                <a:latin typeface="Average" panose="020B0604020202020204" charset="0"/>
              </a:rPr>
              <a:t>Challenge with Polyp Features</a:t>
            </a:r>
            <a:r>
              <a:rPr lang="en-US" sz="3600">
                <a:latin typeface="Average" panose="020B0604020202020204" charset="0"/>
              </a:rPr>
              <a:t>: Existing methods often struggle to accurately identify small or hidden polyps and don’t effectively describe their surface characteristics. There is a need for better techniques that can reliably improve detection.</a:t>
            </a:r>
          </a:p>
          <a:p>
            <a:pPr algn="just"/>
            <a:r>
              <a:rPr lang="en-US" sz="3600" b="1">
                <a:latin typeface="Average" panose="020B0604020202020204" charset="0"/>
              </a:rPr>
              <a:t>Ethical Considerations</a:t>
            </a:r>
            <a:r>
              <a:rPr lang="en-US" sz="3600">
                <a:latin typeface="Average" panose="020B0604020202020204" charset="0"/>
              </a:rPr>
              <a:t>: There is not enough focus on patient privacy and ethical issues when using machine learning for CRC classification. Developing clear ethical guidelines is essential for these technologies to be used safely in medical practice.</a:t>
            </a:r>
          </a:p>
        </p:txBody>
      </p:sp>
    </p:spTree>
    <p:extLst>
      <p:ext uri="{BB962C8B-B14F-4D97-AF65-F5344CB8AC3E}">
        <p14:creationId xmlns:p14="http://schemas.microsoft.com/office/powerpoint/2010/main" val="5436851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FBD4080-3EBF-B07A-825D-05842DF9661E}"/>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10</a:t>
            </a:fld>
            <a:endParaRPr lang="en-US"/>
          </a:p>
        </p:txBody>
      </p:sp>
      <p:sp>
        <p:nvSpPr>
          <p:cNvPr id="3" name="Title 2">
            <a:extLst>
              <a:ext uri="{FF2B5EF4-FFF2-40B4-BE49-F238E27FC236}">
                <a16:creationId xmlns:a16="http://schemas.microsoft.com/office/drawing/2014/main" id="{821F2C5D-88A5-8DB4-C83D-18CCC94B854B}"/>
              </a:ext>
            </a:extLst>
          </p:cNvPr>
          <p:cNvSpPr>
            <a:spLocks noGrp="1"/>
          </p:cNvSpPr>
          <p:nvPr>
            <p:ph type="title"/>
          </p:nvPr>
        </p:nvSpPr>
        <p:spPr/>
        <p:txBody>
          <a:bodyPr/>
          <a:lstStyle/>
          <a:p>
            <a:r>
              <a:rPr lang="en"/>
              <a:t>Objective</a:t>
            </a:r>
            <a:endParaRPr lang="en-US" dirty="0"/>
          </a:p>
        </p:txBody>
      </p:sp>
      <p:sp>
        <p:nvSpPr>
          <p:cNvPr id="4" name="Text Placeholder 3">
            <a:extLst>
              <a:ext uri="{FF2B5EF4-FFF2-40B4-BE49-F238E27FC236}">
                <a16:creationId xmlns:a16="http://schemas.microsoft.com/office/drawing/2014/main" id="{B24241E1-4E0C-FA6F-AF50-F6C85A3743CD}"/>
              </a:ext>
            </a:extLst>
          </p:cNvPr>
          <p:cNvSpPr>
            <a:spLocks noGrp="1"/>
          </p:cNvSpPr>
          <p:nvPr>
            <p:ph type="body" idx="1"/>
          </p:nvPr>
        </p:nvSpPr>
        <p:spPr>
          <a:xfrm>
            <a:off x="282110" y="1591011"/>
            <a:ext cx="17723780" cy="6605807"/>
          </a:xfrm>
        </p:spPr>
        <p:txBody>
          <a:bodyPr>
            <a:normAutofit/>
          </a:bodyPr>
          <a:lstStyle/>
          <a:p>
            <a:pPr marL="114300" indent="0" algn="just" rtl="0">
              <a:spcBef>
                <a:spcPts val="0"/>
              </a:spcBef>
              <a:spcAft>
                <a:spcPts val="0"/>
              </a:spcAft>
              <a:buNone/>
            </a:pPr>
            <a:r>
              <a:rPr lang="en-US" sz="4000" b="0" i="0" u="none" strike="noStrike">
                <a:solidFill>
                  <a:srgbClr val="000000"/>
                </a:solidFill>
                <a:effectLst/>
                <a:latin typeface="Average" panose="020B0604020202020204" charset="0"/>
              </a:rPr>
              <a:t>The objective of the thesis paper is</a:t>
            </a:r>
          </a:p>
          <a:p>
            <a:pPr marL="114300" indent="0" algn="just" rtl="0">
              <a:spcBef>
                <a:spcPts val="0"/>
              </a:spcBef>
              <a:spcAft>
                <a:spcPts val="0"/>
              </a:spcAft>
              <a:buNone/>
            </a:pPr>
            <a:r>
              <a:rPr lang="en-US" sz="4000" b="0" i="0" u="none" strike="noStrike">
                <a:solidFill>
                  <a:srgbClr val="000000"/>
                </a:solidFill>
                <a:effectLst/>
                <a:latin typeface="Average" panose="020B0604020202020204" charset="0"/>
              </a:rPr>
              <a:t>• To design PolypNet as a shallow Convolutional Neural Network (CNN) enhanced with a self-attention mechanism.</a:t>
            </a:r>
          </a:p>
          <a:p>
            <a:pPr marL="114300" indent="0" algn="just" rtl="0">
              <a:spcBef>
                <a:spcPts val="0"/>
              </a:spcBef>
              <a:spcAft>
                <a:spcPts val="0"/>
              </a:spcAft>
              <a:buNone/>
            </a:pPr>
            <a:r>
              <a:rPr lang="en-US" sz="4000" b="0" i="0" u="none" strike="noStrike">
                <a:solidFill>
                  <a:srgbClr val="000000"/>
                </a:solidFill>
                <a:effectLst/>
                <a:latin typeface="Average" panose="020B0604020202020204" charset="0"/>
              </a:rPr>
              <a:t>• To compare the performance of PolypNet against established models like VGG16, ResNet50, DenseNetv3, and MobileNetv3.</a:t>
            </a:r>
          </a:p>
          <a:p>
            <a:pPr marL="114300" indent="0" algn="just" rtl="0">
              <a:spcBef>
                <a:spcPts val="0"/>
              </a:spcBef>
              <a:spcAft>
                <a:spcPts val="0"/>
              </a:spcAft>
              <a:buNone/>
            </a:pPr>
            <a:r>
              <a:rPr lang="en-US" sz="4000" b="0" i="0" u="none" strike="noStrike">
                <a:solidFill>
                  <a:srgbClr val="000000"/>
                </a:solidFill>
                <a:effectLst/>
                <a:latin typeface="Average" panose="020B0604020202020204" charset="0"/>
              </a:rPr>
              <a:t>• To address the limitations of existing models, specifically overfitting and poor generalization on small datasets.</a:t>
            </a:r>
          </a:p>
          <a:p>
            <a:pPr marL="114300" indent="0" algn="just" rtl="0">
              <a:spcBef>
                <a:spcPts val="0"/>
              </a:spcBef>
              <a:spcAft>
                <a:spcPts val="0"/>
              </a:spcAft>
              <a:buNone/>
            </a:pPr>
            <a:r>
              <a:rPr lang="en-US" sz="4000" b="0" i="0" u="none" strike="noStrike">
                <a:solidFill>
                  <a:srgbClr val="000000"/>
                </a:solidFill>
                <a:effectLst/>
                <a:latin typeface="Average" panose="020B0604020202020204" charset="0"/>
              </a:rPr>
              <a:t>• To improve the classification of colorectal polyps.</a:t>
            </a:r>
            <a:endParaRPr lang="en-US" sz="4000" dirty="0">
              <a:latin typeface="Average" panose="020B0604020202020204" charset="0"/>
            </a:endParaRPr>
          </a:p>
        </p:txBody>
      </p:sp>
    </p:spTree>
    <p:extLst>
      <p:ext uri="{BB962C8B-B14F-4D97-AF65-F5344CB8AC3E}">
        <p14:creationId xmlns:p14="http://schemas.microsoft.com/office/powerpoint/2010/main" val="41521466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961DBD3-30FC-89E3-CC39-26970197FF3A}"/>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11</a:t>
            </a:fld>
            <a:endParaRPr lang="en-US"/>
          </a:p>
        </p:txBody>
      </p:sp>
      <p:sp>
        <p:nvSpPr>
          <p:cNvPr id="3" name="Title 2">
            <a:extLst>
              <a:ext uri="{FF2B5EF4-FFF2-40B4-BE49-F238E27FC236}">
                <a16:creationId xmlns:a16="http://schemas.microsoft.com/office/drawing/2014/main" id="{626D45D0-CAFA-59E6-789F-5112B604D85E}"/>
              </a:ext>
            </a:extLst>
          </p:cNvPr>
          <p:cNvSpPr>
            <a:spLocks noGrp="1"/>
          </p:cNvSpPr>
          <p:nvPr>
            <p:ph type="title"/>
          </p:nvPr>
        </p:nvSpPr>
        <p:spPr/>
        <p:txBody>
          <a:bodyPr/>
          <a:lstStyle/>
          <a:p>
            <a:r>
              <a:rPr lang="en-US" sz="4400" dirty="0"/>
              <a:t>Methodology</a:t>
            </a:r>
            <a:endParaRPr lang="en-US" dirty="0"/>
          </a:p>
        </p:txBody>
      </p:sp>
      <p:sp>
        <p:nvSpPr>
          <p:cNvPr id="4" name="Text Placeholder 3">
            <a:extLst>
              <a:ext uri="{FF2B5EF4-FFF2-40B4-BE49-F238E27FC236}">
                <a16:creationId xmlns:a16="http://schemas.microsoft.com/office/drawing/2014/main" id="{79E7DA09-8C07-3FBD-0BF5-018C05E341A6}"/>
              </a:ext>
            </a:extLst>
          </p:cNvPr>
          <p:cNvSpPr>
            <a:spLocks noGrp="1"/>
          </p:cNvSpPr>
          <p:nvPr>
            <p:ph type="body" idx="1"/>
          </p:nvPr>
        </p:nvSpPr>
        <p:spPr>
          <a:xfrm>
            <a:off x="274320" y="1745679"/>
            <a:ext cx="17723780" cy="7424084"/>
          </a:xfrm>
        </p:spPr>
        <p:txBody>
          <a:bodyPr/>
          <a:lstStyle/>
          <a:p>
            <a:pPr marL="25400" indent="0">
              <a:buNone/>
            </a:pPr>
            <a:r>
              <a:rPr lang="en-US" b="1"/>
              <a:t>Kvasir v1 Dataset: </a:t>
            </a:r>
            <a:endParaRPr lang="en-US" b="1" dirty="0"/>
          </a:p>
        </p:txBody>
      </p:sp>
      <p:pic>
        <p:nvPicPr>
          <p:cNvPr id="15" name="Picture 14">
            <a:extLst>
              <a:ext uri="{FF2B5EF4-FFF2-40B4-BE49-F238E27FC236}">
                <a16:creationId xmlns:a16="http://schemas.microsoft.com/office/drawing/2014/main" id="{8C7DE262-3121-45B4-A2BA-5A709953413F}"/>
              </a:ext>
            </a:extLst>
          </p:cNvPr>
          <p:cNvPicPr>
            <a:picLocks noChangeAspect="1"/>
          </p:cNvPicPr>
          <p:nvPr/>
        </p:nvPicPr>
        <p:blipFill>
          <a:blip r:embed="rId2"/>
          <a:stretch>
            <a:fillRect/>
          </a:stretch>
        </p:blipFill>
        <p:spPr>
          <a:xfrm>
            <a:off x="4358148" y="2746059"/>
            <a:ext cx="9556124" cy="6238672"/>
          </a:xfrm>
          <a:prstGeom prst="rect">
            <a:avLst/>
          </a:prstGeom>
        </p:spPr>
      </p:pic>
    </p:spTree>
    <p:extLst>
      <p:ext uri="{BB962C8B-B14F-4D97-AF65-F5344CB8AC3E}">
        <p14:creationId xmlns:p14="http://schemas.microsoft.com/office/powerpoint/2010/main" val="23901253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42F896-B3F2-C29C-F2C2-4807785ED007}"/>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12</a:t>
            </a:fld>
            <a:endParaRPr lang="en-US"/>
          </a:p>
        </p:txBody>
      </p:sp>
      <p:sp>
        <p:nvSpPr>
          <p:cNvPr id="3" name="Title 2">
            <a:extLst>
              <a:ext uri="{FF2B5EF4-FFF2-40B4-BE49-F238E27FC236}">
                <a16:creationId xmlns:a16="http://schemas.microsoft.com/office/drawing/2014/main" id="{AFE5AD8D-1011-BDA9-977E-A7D3BA67E4F9}"/>
              </a:ext>
            </a:extLst>
          </p:cNvPr>
          <p:cNvSpPr>
            <a:spLocks noGrp="1"/>
          </p:cNvSpPr>
          <p:nvPr>
            <p:ph type="title"/>
          </p:nvPr>
        </p:nvSpPr>
        <p:spPr/>
        <p:txBody>
          <a:bodyPr/>
          <a:lstStyle/>
          <a:p>
            <a:r>
              <a:rPr lang="en" dirty="0"/>
              <a:t>Methodology(Cont.)</a:t>
            </a:r>
            <a:endParaRPr lang="en-US" dirty="0"/>
          </a:p>
        </p:txBody>
      </p:sp>
      <p:pic>
        <p:nvPicPr>
          <p:cNvPr id="9" name="Picture 8">
            <a:extLst>
              <a:ext uri="{FF2B5EF4-FFF2-40B4-BE49-F238E27FC236}">
                <a16:creationId xmlns:a16="http://schemas.microsoft.com/office/drawing/2014/main" id="{46335E06-CFF1-4D7C-9014-E5AB3D23463C}"/>
              </a:ext>
            </a:extLst>
          </p:cNvPr>
          <p:cNvPicPr>
            <a:picLocks noChangeAspect="1"/>
          </p:cNvPicPr>
          <p:nvPr/>
        </p:nvPicPr>
        <p:blipFill>
          <a:blip r:embed="rId2"/>
          <a:stretch>
            <a:fillRect/>
          </a:stretch>
        </p:blipFill>
        <p:spPr>
          <a:xfrm>
            <a:off x="4160721" y="1772015"/>
            <a:ext cx="9966558" cy="7592172"/>
          </a:xfrm>
          <a:prstGeom prst="rect">
            <a:avLst/>
          </a:prstGeom>
        </p:spPr>
      </p:pic>
    </p:spTree>
    <p:extLst>
      <p:ext uri="{BB962C8B-B14F-4D97-AF65-F5344CB8AC3E}">
        <p14:creationId xmlns:p14="http://schemas.microsoft.com/office/powerpoint/2010/main" val="10180679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42F896-B3F2-C29C-F2C2-4807785ED007}"/>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13</a:t>
            </a:fld>
            <a:endParaRPr lang="en-US"/>
          </a:p>
        </p:txBody>
      </p:sp>
      <p:sp>
        <p:nvSpPr>
          <p:cNvPr id="3" name="Title 2">
            <a:extLst>
              <a:ext uri="{FF2B5EF4-FFF2-40B4-BE49-F238E27FC236}">
                <a16:creationId xmlns:a16="http://schemas.microsoft.com/office/drawing/2014/main" id="{AFE5AD8D-1011-BDA9-977E-A7D3BA67E4F9}"/>
              </a:ext>
            </a:extLst>
          </p:cNvPr>
          <p:cNvSpPr>
            <a:spLocks noGrp="1"/>
          </p:cNvSpPr>
          <p:nvPr>
            <p:ph type="title"/>
          </p:nvPr>
        </p:nvSpPr>
        <p:spPr/>
        <p:txBody>
          <a:bodyPr/>
          <a:lstStyle/>
          <a:p>
            <a:r>
              <a:rPr lang="en" dirty="0"/>
              <a:t>Methodology(Cont.)</a:t>
            </a:r>
            <a:endParaRPr lang="en-US" dirty="0"/>
          </a:p>
        </p:txBody>
      </p:sp>
      <p:pic>
        <p:nvPicPr>
          <p:cNvPr id="7" name="Picture 6">
            <a:extLst>
              <a:ext uri="{FF2B5EF4-FFF2-40B4-BE49-F238E27FC236}">
                <a16:creationId xmlns:a16="http://schemas.microsoft.com/office/drawing/2014/main" id="{E3B099E6-3391-48B8-8D30-D0307556AD32}"/>
              </a:ext>
            </a:extLst>
          </p:cNvPr>
          <p:cNvPicPr>
            <a:picLocks noChangeAspect="1"/>
          </p:cNvPicPr>
          <p:nvPr/>
        </p:nvPicPr>
        <p:blipFill>
          <a:blip r:embed="rId2"/>
          <a:stretch>
            <a:fillRect/>
          </a:stretch>
        </p:blipFill>
        <p:spPr>
          <a:xfrm>
            <a:off x="1550963" y="1941022"/>
            <a:ext cx="15186074" cy="7157905"/>
          </a:xfrm>
          <a:prstGeom prst="rect">
            <a:avLst/>
          </a:prstGeom>
        </p:spPr>
      </p:pic>
    </p:spTree>
    <p:extLst>
      <p:ext uri="{BB962C8B-B14F-4D97-AF65-F5344CB8AC3E}">
        <p14:creationId xmlns:p14="http://schemas.microsoft.com/office/powerpoint/2010/main" val="40387235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F9C3585-6110-BAE4-517F-69FA781AF314}"/>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latin typeface="Average" panose="020B0604020202020204" charset="0"/>
              </a:rPr>
              <a:t>14</a:t>
            </a:fld>
            <a:endParaRPr lang="en-US">
              <a:latin typeface="Average" panose="020B0604020202020204" charset="0"/>
            </a:endParaRPr>
          </a:p>
        </p:txBody>
      </p:sp>
      <p:sp>
        <p:nvSpPr>
          <p:cNvPr id="3" name="Title 2">
            <a:extLst>
              <a:ext uri="{FF2B5EF4-FFF2-40B4-BE49-F238E27FC236}">
                <a16:creationId xmlns:a16="http://schemas.microsoft.com/office/drawing/2014/main" id="{EA675944-98BA-E2BA-84AF-2FD58340D64A}"/>
              </a:ext>
            </a:extLst>
          </p:cNvPr>
          <p:cNvSpPr>
            <a:spLocks noGrp="1"/>
          </p:cNvSpPr>
          <p:nvPr>
            <p:ph type="title"/>
          </p:nvPr>
        </p:nvSpPr>
        <p:spPr/>
        <p:txBody>
          <a:bodyPr/>
          <a:lstStyle/>
          <a:p>
            <a:r>
              <a:rPr lang="en" dirty="0">
                <a:latin typeface="Average" panose="020B0604020202020204" charset="0"/>
              </a:rPr>
              <a:t>Result Analysis</a:t>
            </a:r>
            <a:endParaRPr lang="en-US" dirty="0">
              <a:latin typeface="Average" panose="020B0604020202020204" charset="0"/>
            </a:endParaRPr>
          </a:p>
        </p:txBody>
      </p:sp>
      <p:sp>
        <p:nvSpPr>
          <p:cNvPr id="4" name="Text Placeholder 3">
            <a:extLst>
              <a:ext uri="{FF2B5EF4-FFF2-40B4-BE49-F238E27FC236}">
                <a16:creationId xmlns:a16="http://schemas.microsoft.com/office/drawing/2014/main" id="{D110B08B-38E2-EB95-191A-A3B2A9FA4B45}"/>
              </a:ext>
            </a:extLst>
          </p:cNvPr>
          <p:cNvSpPr>
            <a:spLocks noGrp="1"/>
          </p:cNvSpPr>
          <p:nvPr>
            <p:ph type="body" idx="1"/>
          </p:nvPr>
        </p:nvSpPr>
        <p:spPr/>
        <p:txBody>
          <a:bodyPr/>
          <a:lstStyle/>
          <a:p>
            <a:r>
              <a:rPr lang="en-US" dirty="0">
                <a:latin typeface="Average" panose="020B0604020202020204" charset="0"/>
              </a:rPr>
              <a:t>Accuracy of state-of-the art Pre-trained CNN models on </a:t>
            </a:r>
            <a:r>
              <a:rPr lang="en-US" dirty="0" err="1">
                <a:latin typeface="Average" panose="020B0604020202020204" charset="0"/>
              </a:rPr>
              <a:t>Kvasir</a:t>
            </a:r>
            <a:r>
              <a:rPr lang="en-US" dirty="0">
                <a:latin typeface="Average" panose="020B0604020202020204" charset="0"/>
              </a:rPr>
              <a:t>-dataset</a:t>
            </a:r>
          </a:p>
        </p:txBody>
      </p:sp>
      <p:graphicFrame>
        <p:nvGraphicFramePr>
          <p:cNvPr id="6" name="Table 5">
            <a:extLst>
              <a:ext uri="{FF2B5EF4-FFF2-40B4-BE49-F238E27FC236}">
                <a16:creationId xmlns:a16="http://schemas.microsoft.com/office/drawing/2014/main" id="{5E2EF7F3-792A-9C06-F2C7-9EB2E9F6D079}"/>
              </a:ext>
            </a:extLst>
          </p:cNvPr>
          <p:cNvGraphicFramePr>
            <a:graphicFrameLocks noGrp="1"/>
          </p:cNvGraphicFramePr>
          <p:nvPr>
            <p:extLst>
              <p:ext uri="{D42A27DB-BD31-4B8C-83A1-F6EECF244321}">
                <p14:modId xmlns:p14="http://schemas.microsoft.com/office/powerpoint/2010/main" val="2569358529"/>
              </p:ext>
            </p:extLst>
          </p:nvPr>
        </p:nvGraphicFramePr>
        <p:xfrm>
          <a:off x="1579418" y="2992582"/>
          <a:ext cx="13965381" cy="4271815"/>
        </p:xfrm>
        <a:graphic>
          <a:graphicData uri="http://schemas.openxmlformats.org/drawingml/2006/table">
            <a:tbl>
              <a:tblPr firstRow="1" firstCol="1" bandRow="1">
                <a:tableStyleId>{21E4AEA4-8DFA-4A89-87EB-49C32662AFE0}</a:tableStyleId>
              </a:tblPr>
              <a:tblGrid>
                <a:gridCol w="4654131">
                  <a:extLst>
                    <a:ext uri="{9D8B030D-6E8A-4147-A177-3AD203B41FA5}">
                      <a16:colId xmlns:a16="http://schemas.microsoft.com/office/drawing/2014/main" val="3381069172"/>
                    </a:ext>
                  </a:extLst>
                </a:gridCol>
                <a:gridCol w="4655625">
                  <a:extLst>
                    <a:ext uri="{9D8B030D-6E8A-4147-A177-3AD203B41FA5}">
                      <a16:colId xmlns:a16="http://schemas.microsoft.com/office/drawing/2014/main" val="2186724719"/>
                    </a:ext>
                  </a:extLst>
                </a:gridCol>
                <a:gridCol w="4655625">
                  <a:extLst>
                    <a:ext uri="{9D8B030D-6E8A-4147-A177-3AD203B41FA5}">
                      <a16:colId xmlns:a16="http://schemas.microsoft.com/office/drawing/2014/main" val="3724568706"/>
                    </a:ext>
                  </a:extLst>
                </a:gridCol>
              </a:tblGrid>
              <a:tr h="854363">
                <a:tc>
                  <a:txBody>
                    <a:bodyPr/>
                    <a:lstStyle/>
                    <a:p>
                      <a:pPr marL="0" marR="0" algn="ctr">
                        <a:lnSpc>
                          <a:spcPct val="107000"/>
                        </a:lnSpc>
                        <a:spcBef>
                          <a:spcPts val="0"/>
                        </a:spcBef>
                        <a:spcAft>
                          <a:spcPts val="0"/>
                        </a:spcAft>
                      </a:pPr>
                      <a:r>
                        <a:rPr lang="en-US" sz="3200" kern="100" dirty="0">
                          <a:effectLst/>
                        </a:rPr>
                        <a:t>Model Name</a:t>
                      </a:r>
                      <a:endParaRPr lang="en-US" sz="3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3200" kern="100" dirty="0">
                          <a:effectLst/>
                        </a:rPr>
                        <a:t>Train Accuracy</a:t>
                      </a:r>
                      <a:endParaRPr lang="en-US" sz="3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3200" kern="100">
                          <a:effectLst/>
                        </a:rPr>
                        <a:t>Test Accuracy</a:t>
                      </a:r>
                      <a:endParaRPr lang="en-US" sz="3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3344053"/>
                  </a:ext>
                </a:extLst>
              </a:tr>
              <a:tr h="854363">
                <a:tc>
                  <a:txBody>
                    <a:bodyPr/>
                    <a:lstStyle/>
                    <a:p>
                      <a:pPr marL="0" marR="0" algn="ctr">
                        <a:lnSpc>
                          <a:spcPct val="107000"/>
                        </a:lnSpc>
                        <a:spcBef>
                          <a:spcPts val="0"/>
                        </a:spcBef>
                        <a:spcAft>
                          <a:spcPts val="0"/>
                        </a:spcAft>
                      </a:pPr>
                      <a:r>
                        <a:rPr lang="en-US" sz="3200" kern="100" dirty="0">
                          <a:effectLst/>
                        </a:rPr>
                        <a:t>VGG16</a:t>
                      </a:r>
                      <a:endParaRPr lang="en-US" sz="3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3200" kern="100" dirty="0">
                          <a:effectLst/>
                        </a:rPr>
                        <a:t>100%</a:t>
                      </a:r>
                      <a:endParaRPr lang="en-US" sz="3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3200" kern="100">
                          <a:effectLst/>
                        </a:rPr>
                        <a:t>84%</a:t>
                      </a:r>
                      <a:endParaRPr lang="en-US" sz="3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37893537"/>
                  </a:ext>
                </a:extLst>
              </a:tr>
              <a:tr h="854363">
                <a:tc>
                  <a:txBody>
                    <a:bodyPr/>
                    <a:lstStyle/>
                    <a:p>
                      <a:pPr marL="0" marR="0" algn="ctr">
                        <a:lnSpc>
                          <a:spcPct val="107000"/>
                        </a:lnSpc>
                        <a:spcBef>
                          <a:spcPts val="0"/>
                        </a:spcBef>
                        <a:spcAft>
                          <a:spcPts val="0"/>
                        </a:spcAft>
                      </a:pPr>
                      <a:r>
                        <a:rPr lang="en-US" sz="3200" kern="100" dirty="0">
                          <a:effectLst/>
                        </a:rPr>
                        <a:t>ResNet50</a:t>
                      </a:r>
                      <a:endParaRPr lang="en-US" sz="3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3200" kern="100">
                          <a:effectLst/>
                        </a:rPr>
                        <a:t>100%</a:t>
                      </a:r>
                      <a:endParaRPr lang="en-US" sz="3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3200" kern="100">
                          <a:effectLst/>
                        </a:rPr>
                        <a:t>86%</a:t>
                      </a:r>
                      <a:endParaRPr lang="en-US" sz="3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77420245"/>
                  </a:ext>
                </a:extLst>
              </a:tr>
              <a:tr h="854363">
                <a:tc>
                  <a:txBody>
                    <a:bodyPr/>
                    <a:lstStyle/>
                    <a:p>
                      <a:pPr marL="0" marR="0" algn="ctr">
                        <a:lnSpc>
                          <a:spcPct val="107000"/>
                        </a:lnSpc>
                        <a:spcBef>
                          <a:spcPts val="0"/>
                        </a:spcBef>
                        <a:spcAft>
                          <a:spcPts val="0"/>
                        </a:spcAft>
                      </a:pPr>
                      <a:r>
                        <a:rPr lang="en-US" sz="3200" kern="100">
                          <a:effectLst/>
                        </a:rPr>
                        <a:t>DenseNet v3</a:t>
                      </a:r>
                      <a:endParaRPr lang="en-US" sz="3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3200" kern="100">
                          <a:effectLst/>
                        </a:rPr>
                        <a:t>98%</a:t>
                      </a:r>
                      <a:endParaRPr lang="en-US" sz="3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3200" kern="100">
                          <a:effectLst/>
                        </a:rPr>
                        <a:t>74%</a:t>
                      </a:r>
                      <a:endParaRPr lang="en-US" sz="3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82374814"/>
                  </a:ext>
                </a:extLst>
              </a:tr>
              <a:tr h="854363">
                <a:tc>
                  <a:txBody>
                    <a:bodyPr/>
                    <a:lstStyle/>
                    <a:p>
                      <a:pPr marL="0" marR="0" algn="ctr">
                        <a:lnSpc>
                          <a:spcPct val="107000"/>
                        </a:lnSpc>
                        <a:spcBef>
                          <a:spcPts val="0"/>
                        </a:spcBef>
                        <a:spcAft>
                          <a:spcPts val="0"/>
                        </a:spcAft>
                      </a:pPr>
                      <a:r>
                        <a:rPr lang="en-US" sz="3200" kern="100">
                          <a:effectLst/>
                        </a:rPr>
                        <a:t>MobileNet v3</a:t>
                      </a:r>
                      <a:endParaRPr lang="en-US" sz="3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3200" kern="100" dirty="0">
                          <a:effectLst/>
                        </a:rPr>
                        <a:t>100%</a:t>
                      </a:r>
                      <a:endParaRPr lang="en-US" sz="3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3200" kern="100">
                          <a:effectLst/>
                        </a:rPr>
                        <a:t>69%</a:t>
                      </a:r>
                      <a:endParaRPr lang="en-US" sz="3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10263667"/>
                  </a:ext>
                </a:extLst>
              </a:tr>
            </a:tbl>
          </a:graphicData>
        </a:graphic>
      </p:graphicFrame>
    </p:spTree>
    <p:extLst>
      <p:ext uri="{BB962C8B-B14F-4D97-AF65-F5344CB8AC3E}">
        <p14:creationId xmlns:p14="http://schemas.microsoft.com/office/powerpoint/2010/main" val="13943718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E682603-A624-FE78-A002-7935B7CCED11}"/>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15</a:t>
            </a:fld>
            <a:endParaRPr lang="en-US"/>
          </a:p>
        </p:txBody>
      </p:sp>
      <p:sp>
        <p:nvSpPr>
          <p:cNvPr id="3" name="Title 2">
            <a:extLst>
              <a:ext uri="{FF2B5EF4-FFF2-40B4-BE49-F238E27FC236}">
                <a16:creationId xmlns:a16="http://schemas.microsoft.com/office/drawing/2014/main" id="{EE34B630-FBDF-36BF-79B6-FB1C6BB95604}"/>
              </a:ext>
            </a:extLst>
          </p:cNvPr>
          <p:cNvSpPr>
            <a:spLocks noGrp="1"/>
          </p:cNvSpPr>
          <p:nvPr>
            <p:ph type="title"/>
          </p:nvPr>
        </p:nvSpPr>
        <p:spPr/>
        <p:txBody>
          <a:bodyPr/>
          <a:lstStyle/>
          <a:p>
            <a:r>
              <a:rPr lang="en" dirty="0"/>
              <a:t>Result Analysis(Cont.)</a:t>
            </a:r>
            <a:endParaRPr lang="en-US" dirty="0"/>
          </a:p>
        </p:txBody>
      </p:sp>
      <p:sp>
        <p:nvSpPr>
          <p:cNvPr id="4" name="Text Placeholder 3">
            <a:extLst>
              <a:ext uri="{FF2B5EF4-FFF2-40B4-BE49-F238E27FC236}">
                <a16:creationId xmlns:a16="http://schemas.microsoft.com/office/drawing/2014/main" id="{7E5C1461-4A0A-A018-B445-7294A72B51A0}"/>
              </a:ext>
            </a:extLst>
          </p:cNvPr>
          <p:cNvSpPr>
            <a:spLocks noGrp="1"/>
          </p:cNvSpPr>
          <p:nvPr>
            <p:ph type="body" idx="1"/>
          </p:nvPr>
        </p:nvSpPr>
        <p:spPr/>
        <p:txBody>
          <a:bodyPr/>
          <a:lstStyle/>
          <a:p>
            <a:r>
              <a:rPr lang="en-US">
                <a:latin typeface="Average" panose="020B0604020202020204" charset="0"/>
                <a:cs typeface="Average" panose="020B0604020202020204" charset="0"/>
              </a:rPr>
              <a:t>We created 10 model by changing the layers.</a:t>
            </a:r>
          </a:p>
          <a:p>
            <a:r>
              <a:rPr lang="en-US">
                <a:latin typeface="Average" panose="020B0604020202020204" charset="0"/>
                <a:cs typeface="Average" panose="020B0604020202020204" charset="0"/>
              </a:rPr>
              <a:t>Then we implemented our model on the dataset.</a:t>
            </a:r>
          </a:p>
          <a:p>
            <a:r>
              <a:rPr lang="en-US" b="1">
                <a:latin typeface="Average" panose="020B0604020202020204" charset="0"/>
                <a:cs typeface="Average" panose="020B0604020202020204" charset="0"/>
              </a:rPr>
              <a:t>Result </a:t>
            </a:r>
            <a:r>
              <a:rPr lang="en-US" b="1" dirty="0">
                <a:latin typeface="Average" panose="020B0604020202020204" charset="0"/>
                <a:cs typeface="Average" panose="020B0604020202020204" charset="0"/>
              </a:rPr>
              <a:t>Of Proposed Models 96 x 96 x 3(Without Augmentation):</a:t>
            </a:r>
          </a:p>
          <a:p>
            <a:pPr marL="25400" indent="0">
              <a:buNone/>
            </a:pPr>
            <a:endParaRPr lang="en-US" dirty="0">
              <a:latin typeface="Average" panose="020B0604020202020204" charset="0"/>
              <a:cs typeface="Average" panose="020B0604020202020204" charset="0"/>
            </a:endParaRPr>
          </a:p>
        </p:txBody>
      </p:sp>
      <p:graphicFrame>
        <p:nvGraphicFramePr>
          <p:cNvPr id="6" name="Table 5">
            <a:extLst>
              <a:ext uri="{FF2B5EF4-FFF2-40B4-BE49-F238E27FC236}">
                <a16:creationId xmlns:a16="http://schemas.microsoft.com/office/drawing/2014/main" id="{EFA53A58-6899-10A2-891D-53404DA2BC28}"/>
              </a:ext>
            </a:extLst>
          </p:cNvPr>
          <p:cNvGraphicFramePr>
            <a:graphicFrameLocks noGrp="1"/>
          </p:cNvGraphicFramePr>
          <p:nvPr>
            <p:extLst>
              <p:ext uri="{D42A27DB-BD31-4B8C-83A1-F6EECF244321}">
                <p14:modId xmlns:p14="http://schemas.microsoft.com/office/powerpoint/2010/main" val="3394578995"/>
              </p:ext>
            </p:extLst>
          </p:nvPr>
        </p:nvGraphicFramePr>
        <p:xfrm>
          <a:off x="4461115" y="3979632"/>
          <a:ext cx="9350189" cy="4542044"/>
        </p:xfrm>
        <a:graphic>
          <a:graphicData uri="http://schemas.openxmlformats.org/drawingml/2006/table">
            <a:tbl>
              <a:tblPr firstRow="1" bandRow="1">
                <a:tableStyleId>{21E4AEA4-8DFA-4A89-87EB-49C32662AFE0}</a:tableStyleId>
              </a:tblPr>
              <a:tblGrid>
                <a:gridCol w="2426925">
                  <a:extLst>
                    <a:ext uri="{9D8B030D-6E8A-4147-A177-3AD203B41FA5}">
                      <a16:colId xmlns:a16="http://schemas.microsoft.com/office/drawing/2014/main" val="2879692557"/>
                    </a:ext>
                  </a:extLst>
                </a:gridCol>
                <a:gridCol w="2753492">
                  <a:extLst>
                    <a:ext uri="{9D8B030D-6E8A-4147-A177-3AD203B41FA5}">
                      <a16:colId xmlns:a16="http://schemas.microsoft.com/office/drawing/2014/main" val="2386757118"/>
                    </a:ext>
                  </a:extLst>
                </a:gridCol>
                <a:gridCol w="4169772">
                  <a:extLst>
                    <a:ext uri="{9D8B030D-6E8A-4147-A177-3AD203B41FA5}">
                      <a16:colId xmlns:a16="http://schemas.microsoft.com/office/drawing/2014/main" val="2433246212"/>
                    </a:ext>
                  </a:extLst>
                </a:gridCol>
              </a:tblGrid>
              <a:tr h="438464">
                <a:tc>
                  <a:txBody>
                    <a:bodyPr/>
                    <a:lstStyle/>
                    <a:p>
                      <a:pPr algn="ctr" fontAlgn="ctr"/>
                      <a:r>
                        <a:rPr lang="en-US" sz="2000" b="1" u="none" strike="noStrike" dirty="0">
                          <a:effectLst/>
                        </a:rPr>
                        <a:t>Model</a:t>
                      </a:r>
                      <a:endParaRPr lang="en-US" sz="2000" b="1" i="0" u="none" strike="noStrike" dirty="0">
                        <a:solidFill>
                          <a:srgbClr val="000000"/>
                        </a:solidFill>
                        <a:effectLst/>
                        <a:latin typeface="Calibri" panose="020F0502020204030204" pitchFamily="34" charset="0"/>
                      </a:endParaRPr>
                    </a:p>
                  </a:txBody>
                  <a:tcPr marL="7620" marR="7620" marT="7620" marB="0" anchor="ctr">
                    <a:solidFill>
                      <a:schemeClr val="accent2"/>
                    </a:solidFill>
                  </a:tcPr>
                </a:tc>
                <a:tc>
                  <a:txBody>
                    <a:bodyPr/>
                    <a:lstStyle/>
                    <a:p>
                      <a:pPr algn="ctr" fontAlgn="ctr"/>
                      <a:r>
                        <a:rPr lang="en-US" sz="2000" b="1" u="none" strike="noStrike">
                          <a:effectLst/>
                        </a:rPr>
                        <a:t>Train Accuracy </a:t>
                      </a:r>
                      <a:endParaRPr lang="en-US" sz="2000" b="1"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US" sz="2000" b="1" u="none" strike="noStrike">
                          <a:effectLst/>
                        </a:rPr>
                        <a:t>Test Accuracy </a:t>
                      </a:r>
                      <a:endParaRPr lang="en-US" sz="2000" b="1"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456780135"/>
                  </a:ext>
                </a:extLst>
              </a:tr>
              <a:tr h="410358">
                <a:tc>
                  <a:txBody>
                    <a:bodyPr/>
                    <a:lstStyle/>
                    <a:p>
                      <a:pPr algn="ctr" fontAlgn="ctr"/>
                      <a:r>
                        <a:rPr lang="en-US" sz="2000" b="1" u="none" strike="noStrike" dirty="0">
                          <a:solidFill>
                            <a:schemeClr val="bg1"/>
                          </a:solidFill>
                          <a:effectLst/>
                        </a:rPr>
                        <a:t>NewNet1</a:t>
                      </a:r>
                      <a:endParaRPr lang="en-US" sz="2000" b="1" i="0" u="none" strike="noStrike" dirty="0">
                        <a:solidFill>
                          <a:schemeClr val="bg1"/>
                        </a:solidFill>
                        <a:effectLst/>
                        <a:latin typeface="Calibri" panose="020F0502020204030204" pitchFamily="34" charset="0"/>
                      </a:endParaRPr>
                    </a:p>
                  </a:txBody>
                  <a:tcPr marL="7620" marR="7620" marT="7620" marB="0" anchor="ctr">
                    <a:solidFill>
                      <a:schemeClr val="accent2"/>
                    </a:solidFill>
                  </a:tcPr>
                </a:tc>
                <a:tc>
                  <a:txBody>
                    <a:bodyPr/>
                    <a:lstStyle/>
                    <a:p>
                      <a:pPr algn="ctr" fontAlgn="ctr"/>
                      <a:r>
                        <a:rPr lang="en-US" sz="2000" b="1" u="none" strike="noStrike">
                          <a:effectLst/>
                        </a:rPr>
                        <a:t>0.9941</a:t>
                      </a:r>
                      <a:endParaRPr lang="en-US" sz="2000" b="1"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US" sz="2000" b="1" u="none" strike="noStrike" dirty="0">
                          <a:effectLst/>
                        </a:rPr>
                        <a:t>0.71</a:t>
                      </a:r>
                      <a:endParaRPr lang="en-US" sz="2000" b="1"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210291671"/>
                  </a:ext>
                </a:extLst>
              </a:tr>
              <a:tr h="410358">
                <a:tc>
                  <a:txBody>
                    <a:bodyPr/>
                    <a:lstStyle/>
                    <a:p>
                      <a:pPr algn="ctr" fontAlgn="ctr"/>
                      <a:r>
                        <a:rPr lang="en-US" sz="2000" b="1" u="none" strike="noStrike" dirty="0">
                          <a:solidFill>
                            <a:schemeClr val="bg1"/>
                          </a:solidFill>
                          <a:effectLst/>
                        </a:rPr>
                        <a:t>NewNet2</a:t>
                      </a:r>
                      <a:endParaRPr lang="en-US" sz="2000" b="1" i="0" u="none" strike="noStrike" dirty="0">
                        <a:solidFill>
                          <a:schemeClr val="bg1"/>
                        </a:solidFill>
                        <a:effectLst/>
                        <a:latin typeface="Calibri" panose="020F0502020204030204" pitchFamily="34" charset="0"/>
                      </a:endParaRPr>
                    </a:p>
                  </a:txBody>
                  <a:tcPr marL="7620" marR="7620" marT="7620" marB="0" anchor="ctr">
                    <a:solidFill>
                      <a:schemeClr val="accent2"/>
                    </a:solidFill>
                  </a:tcPr>
                </a:tc>
                <a:tc>
                  <a:txBody>
                    <a:bodyPr/>
                    <a:lstStyle/>
                    <a:p>
                      <a:pPr algn="ctr" fontAlgn="ctr"/>
                      <a:r>
                        <a:rPr lang="en-US" sz="2000" b="1" u="none" strike="noStrike" dirty="0">
                          <a:effectLst/>
                        </a:rPr>
                        <a:t>0.9937</a:t>
                      </a:r>
                      <a:endParaRPr lang="en-US" sz="2000" b="1"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ctr"/>
                      <a:r>
                        <a:rPr lang="en-US" sz="2000" b="1" u="none" strike="noStrike">
                          <a:effectLst/>
                        </a:rPr>
                        <a:t>0.765</a:t>
                      </a:r>
                      <a:endParaRPr lang="en-US" sz="2000" b="1"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367904714"/>
                  </a:ext>
                </a:extLst>
              </a:tr>
              <a:tr h="410358">
                <a:tc>
                  <a:txBody>
                    <a:bodyPr/>
                    <a:lstStyle/>
                    <a:p>
                      <a:pPr algn="ctr" fontAlgn="ctr"/>
                      <a:r>
                        <a:rPr lang="en-US" sz="2000" b="1" u="none" strike="noStrike" dirty="0">
                          <a:solidFill>
                            <a:schemeClr val="bg1"/>
                          </a:solidFill>
                          <a:effectLst/>
                        </a:rPr>
                        <a:t>NewNet3</a:t>
                      </a:r>
                      <a:endParaRPr lang="en-US" sz="2000" b="1" i="0" u="none" strike="noStrike" dirty="0">
                        <a:solidFill>
                          <a:schemeClr val="bg1"/>
                        </a:solidFill>
                        <a:effectLst/>
                        <a:latin typeface="Calibri" panose="020F0502020204030204" pitchFamily="34" charset="0"/>
                      </a:endParaRPr>
                    </a:p>
                  </a:txBody>
                  <a:tcPr marL="7620" marR="7620" marT="7620" marB="0" anchor="ctr">
                    <a:solidFill>
                      <a:schemeClr val="accent2"/>
                    </a:solidFill>
                  </a:tcPr>
                </a:tc>
                <a:tc>
                  <a:txBody>
                    <a:bodyPr/>
                    <a:lstStyle/>
                    <a:p>
                      <a:pPr algn="ctr" fontAlgn="ctr"/>
                      <a:r>
                        <a:rPr lang="en-US" sz="2000" b="1" u="none" strike="noStrike">
                          <a:effectLst/>
                        </a:rPr>
                        <a:t>0.9847</a:t>
                      </a:r>
                      <a:endParaRPr lang="en-US" sz="2000" b="1"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US" sz="2000" b="1" u="none" strike="noStrike">
                          <a:effectLst/>
                        </a:rPr>
                        <a:t>0.7325</a:t>
                      </a:r>
                      <a:endParaRPr lang="en-US" sz="2000" b="1"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2518541991"/>
                  </a:ext>
                </a:extLst>
              </a:tr>
              <a:tr h="410358">
                <a:tc>
                  <a:txBody>
                    <a:bodyPr/>
                    <a:lstStyle/>
                    <a:p>
                      <a:pPr algn="ctr" fontAlgn="ctr"/>
                      <a:r>
                        <a:rPr lang="en-US" sz="2000" b="1" u="none" strike="noStrike" dirty="0">
                          <a:solidFill>
                            <a:schemeClr val="bg1"/>
                          </a:solidFill>
                          <a:effectLst/>
                        </a:rPr>
                        <a:t>NewNet4</a:t>
                      </a:r>
                      <a:endParaRPr lang="en-US" sz="2000" b="1" i="0" u="none" strike="noStrike" dirty="0">
                        <a:solidFill>
                          <a:schemeClr val="bg1"/>
                        </a:solidFill>
                        <a:effectLst/>
                        <a:latin typeface="Calibri" panose="020F0502020204030204" pitchFamily="34" charset="0"/>
                      </a:endParaRPr>
                    </a:p>
                  </a:txBody>
                  <a:tcPr marL="7620" marR="7620" marT="7620" marB="0" anchor="ctr">
                    <a:solidFill>
                      <a:schemeClr val="accent2"/>
                    </a:solidFill>
                  </a:tcPr>
                </a:tc>
                <a:tc>
                  <a:txBody>
                    <a:bodyPr/>
                    <a:lstStyle/>
                    <a:p>
                      <a:pPr algn="ctr" fontAlgn="ctr"/>
                      <a:r>
                        <a:rPr lang="en-US" sz="2000" b="1" u="none" strike="noStrike">
                          <a:effectLst/>
                        </a:rPr>
                        <a:t>0.995</a:t>
                      </a:r>
                      <a:endParaRPr lang="en-US" sz="2000" b="1"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US" sz="2000" b="1" u="none" strike="noStrike">
                          <a:effectLst/>
                        </a:rPr>
                        <a:t>0.7625</a:t>
                      </a:r>
                      <a:endParaRPr lang="en-US" sz="2000" b="1"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2753054101"/>
                  </a:ext>
                </a:extLst>
              </a:tr>
              <a:tr h="410358">
                <a:tc>
                  <a:txBody>
                    <a:bodyPr/>
                    <a:lstStyle/>
                    <a:p>
                      <a:pPr algn="ctr" fontAlgn="ctr"/>
                      <a:r>
                        <a:rPr lang="en-US" sz="2000" b="1" u="none" strike="noStrike" dirty="0">
                          <a:solidFill>
                            <a:schemeClr val="bg1"/>
                          </a:solidFill>
                          <a:effectLst/>
                        </a:rPr>
                        <a:t>NewNet5</a:t>
                      </a:r>
                      <a:endParaRPr lang="en-US" sz="2000" b="1" i="0" u="none" strike="noStrike" dirty="0">
                        <a:solidFill>
                          <a:schemeClr val="bg1"/>
                        </a:solidFill>
                        <a:effectLst/>
                        <a:latin typeface="Calibri" panose="020F0502020204030204" pitchFamily="34" charset="0"/>
                      </a:endParaRPr>
                    </a:p>
                  </a:txBody>
                  <a:tcPr marL="7620" marR="7620" marT="7620" marB="0" anchor="ctr">
                    <a:solidFill>
                      <a:schemeClr val="accent2"/>
                    </a:solidFill>
                  </a:tcPr>
                </a:tc>
                <a:tc>
                  <a:txBody>
                    <a:bodyPr/>
                    <a:lstStyle/>
                    <a:p>
                      <a:pPr algn="ctr" fontAlgn="ctr"/>
                      <a:r>
                        <a:rPr lang="en-US" sz="2000" b="1" u="none" strike="noStrike">
                          <a:effectLst/>
                        </a:rPr>
                        <a:t>0.9903</a:t>
                      </a:r>
                      <a:endParaRPr lang="en-US" sz="2000" b="1"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US" sz="2000" b="1" u="none" strike="noStrike">
                          <a:effectLst/>
                        </a:rPr>
                        <a:t>0.74</a:t>
                      </a:r>
                      <a:endParaRPr lang="en-US" sz="2000" b="1"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68477845"/>
                  </a:ext>
                </a:extLst>
              </a:tr>
              <a:tr h="410358">
                <a:tc>
                  <a:txBody>
                    <a:bodyPr/>
                    <a:lstStyle/>
                    <a:p>
                      <a:pPr algn="ctr" fontAlgn="ctr"/>
                      <a:r>
                        <a:rPr lang="en-US" sz="2000" b="1" u="none" strike="noStrike" dirty="0">
                          <a:solidFill>
                            <a:schemeClr val="bg1"/>
                          </a:solidFill>
                          <a:effectLst/>
                        </a:rPr>
                        <a:t>NewNet6</a:t>
                      </a:r>
                      <a:endParaRPr lang="en-US" sz="2000" b="1" i="0" u="none" strike="noStrike" dirty="0">
                        <a:solidFill>
                          <a:schemeClr val="bg1"/>
                        </a:solidFill>
                        <a:effectLst/>
                        <a:latin typeface="Calibri" panose="020F0502020204030204" pitchFamily="34" charset="0"/>
                      </a:endParaRPr>
                    </a:p>
                  </a:txBody>
                  <a:tcPr marL="7620" marR="7620" marT="7620" marB="0" anchor="ctr">
                    <a:solidFill>
                      <a:schemeClr val="accent2"/>
                    </a:solidFill>
                  </a:tcPr>
                </a:tc>
                <a:tc>
                  <a:txBody>
                    <a:bodyPr/>
                    <a:lstStyle/>
                    <a:p>
                      <a:pPr algn="ctr" fontAlgn="ctr"/>
                      <a:r>
                        <a:rPr lang="en-US" sz="2000" b="1" u="none" strike="noStrike">
                          <a:effectLst/>
                        </a:rPr>
                        <a:t>0.9803</a:t>
                      </a:r>
                      <a:endParaRPr lang="en-US" sz="2000" b="1"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US" sz="2000" b="1" u="none" strike="noStrike">
                          <a:effectLst/>
                        </a:rPr>
                        <a:t>0.7525</a:t>
                      </a:r>
                      <a:endParaRPr lang="en-US" sz="2000" b="1"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2878380180"/>
                  </a:ext>
                </a:extLst>
              </a:tr>
              <a:tr h="410358">
                <a:tc>
                  <a:txBody>
                    <a:bodyPr/>
                    <a:lstStyle/>
                    <a:p>
                      <a:pPr algn="ctr" fontAlgn="ctr"/>
                      <a:r>
                        <a:rPr lang="en-US" sz="2000" b="1" u="none" strike="noStrike" dirty="0">
                          <a:solidFill>
                            <a:schemeClr val="bg1"/>
                          </a:solidFill>
                          <a:effectLst/>
                        </a:rPr>
                        <a:t>NewNet7</a:t>
                      </a:r>
                      <a:endParaRPr lang="en-US" sz="2000" b="1" i="0" u="none" strike="noStrike" dirty="0">
                        <a:solidFill>
                          <a:schemeClr val="bg1"/>
                        </a:solidFill>
                        <a:effectLst/>
                        <a:latin typeface="Calibri" panose="020F0502020204030204" pitchFamily="34" charset="0"/>
                      </a:endParaRPr>
                    </a:p>
                  </a:txBody>
                  <a:tcPr marL="7620" marR="7620" marT="7620" marB="0" anchor="ctr">
                    <a:solidFill>
                      <a:schemeClr val="accent2"/>
                    </a:solidFill>
                  </a:tcPr>
                </a:tc>
                <a:tc>
                  <a:txBody>
                    <a:bodyPr/>
                    <a:lstStyle/>
                    <a:p>
                      <a:pPr algn="ctr" fontAlgn="ctr"/>
                      <a:r>
                        <a:rPr lang="en-US" sz="2000" b="1" u="none" strike="noStrike" dirty="0">
                          <a:effectLst/>
                        </a:rPr>
                        <a:t>0.9878</a:t>
                      </a:r>
                      <a:endParaRPr lang="en-US" sz="2000" b="1"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ctr"/>
                      <a:r>
                        <a:rPr lang="en-US" sz="2000" b="1" u="none" strike="noStrike">
                          <a:effectLst/>
                        </a:rPr>
                        <a:t>0.775</a:t>
                      </a:r>
                      <a:endParaRPr lang="en-US" sz="2000" b="1"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2541324346"/>
                  </a:ext>
                </a:extLst>
              </a:tr>
              <a:tr h="410358">
                <a:tc>
                  <a:txBody>
                    <a:bodyPr/>
                    <a:lstStyle/>
                    <a:p>
                      <a:pPr algn="ctr" fontAlgn="ctr"/>
                      <a:r>
                        <a:rPr lang="en-US" sz="2000" b="1" u="none" strike="noStrike" dirty="0">
                          <a:solidFill>
                            <a:schemeClr val="bg1"/>
                          </a:solidFill>
                          <a:effectLst/>
                        </a:rPr>
                        <a:t>NewNet8</a:t>
                      </a:r>
                      <a:endParaRPr lang="en-US" sz="2000" b="1" i="0" u="none" strike="noStrike" dirty="0">
                        <a:solidFill>
                          <a:schemeClr val="bg1"/>
                        </a:solidFill>
                        <a:effectLst/>
                        <a:latin typeface="Calibri" panose="020F0502020204030204" pitchFamily="34" charset="0"/>
                      </a:endParaRPr>
                    </a:p>
                  </a:txBody>
                  <a:tcPr marL="7620" marR="7620" marT="7620" marB="0" anchor="ctr">
                    <a:solidFill>
                      <a:schemeClr val="accent2"/>
                    </a:solidFill>
                  </a:tcPr>
                </a:tc>
                <a:tc>
                  <a:txBody>
                    <a:bodyPr/>
                    <a:lstStyle/>
                    <a:p>
                      <a:pPr algn="ctr" fontAlgn="ctr"/>
                      <a:r>
                        <a:rPr lang="en-US" sz="2000" b="1" u="none" strike="noStrike">
                          <a:effectLst/>
                        </a:rPr>
                        <a:t>0.9897</a:t>
                      </a:r>
                      <a:endParaRPr lang="en-US" sz="2000" b="1"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US" sz="2000" b="1" u="none" strike="noStrike" dirty="0">
                          <a:effectLst/>
                        </a:rPr>
                        <a:t>0.75</a:t>
                      </a:r>
                      <a:endParaRPr lang="en-US" sz="2000" b="1"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2266580083"/>
                  </a:ext>
                </a:extLst>
              </a:tr>
              <a:tr h="410358">
                <a:tc>
                  <a:txBody>
                    <a:bodyPr/>
                    <a:lstStyle/>
                    <a:p>
                      <a:pPr algn="ctr" fontAlgn="ctr"/>
                      <a:r>
                        <a:rPr lang="en-US" sz="2000" b="1" u="none" strike="noStrike" dirty="0">
                          <a:solidFill>
                            <a:schemeClr val="bg1"/>
                          </a:solidFill>
                          <a:effectLst/>
                        </a:rPr>
                        <a:t>NewNet9</a:t>
                      </a:r>
                      <a:endParaRPr lang="en-US" sz="2000" b="1" i="0" u="none" strike="noStrike" dirty="0">
                        <a:solidFill>
                          <a:schemeClr val="bg1"/>
                        </a:solidFill>
                        <a:effectLst/>
                        <a:latin typeface="Calibri" panose="020F0502020204030204" pitchFamily="34" charset="0"/>
                      </a:endParaRPr>
                    </a:p>
                  </a:txBody>
                  <a:tcPr marL="7620" marR="7620" marT="7620" marB="0" anchor="ctr">
                    <a:solidFill>
                      <a:schemeClr val="accent2"/>
                    </a:solidFill>
                  </a:tcPr>
                </a:tc>
                <a:tc>
                  <a:txBody>
                    <a:bodyPr/>
                    <a:lstStyle/>
                    <a:p>
                      <a:pPr algn="ctr" fontAlgn="ctr"/>
                      <a:r>
                        <a:rPr lang="en-US" sz="2000" b="1" u="none" strike="noStrike">
                          <a:effectLst/>
                        </a:rPr>
                        <a:t>0.9859</a:t>
                      </a:r>
                      <a:endParaRPr lang="en-US" sz="2000" b="1"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US" sz="2000" b="1" u="none" strike="noStrike" dirty="0">
                          <a:effectLst/>
                        </a:rPr>
                        <a:t>0.71</a:t>
                      </a:r>
                      <a:endParaRPr lang="en-US" sz="2000" b="1"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165211756"/>
                  </a:ext>
                </a:extLst>
              </a:tr>
              <a:tr h="410358">
                <a:tc>
                  <a:txBody>
                    <a:bodyPr/>
                    <a:lstStyle/>
                    <a:p>
                      <a:pPr algn="ctr" fontAlgn="ctr"/>
                      <a:r>
                        <a:rPr lang="en-US" sz="2000" b="1" u="none" strike="noStrike" dirty="0">
                          <a:solidFill>
                            <a:schemeClr val="bg1"/>
                          </a:solidFill>
                          <a:effectLst/>
                        </a:rPr>
                        <a:t>NewNet10</a:t>
                      </a:r>
                      <a:endParaRPr lang="en-US" sz="2000" b="1" i="0" u="none" strike="noStrike" dirty="0">
                        <a:solidFill>
                          <a:schemeClr val="bg1"/>
                        </a:solidFill>
                        <a:effectLst/>
                        <a:latin typeface="Calibri" panose="020F0502020204030204" pitchFamily="34" charset="0"/>
                      </a:endParaRPr>
                    </a:p>
                  </a:txBody>
                  <a:tcPr marL="7620" marR="7620" marT="7620" marB="0" anchor="ctr">
                    <a:solidFill>
                      <a:schemeClr val="accent2"/>
                    </a:solidFill>
                  </a:tcPr>
                </a:tc>
                <a:tc>
                  <a:txBody>
                    <a:bodyPr/>
                    <a:lstStyle/>
                    <a:p>
                      <a:pPr algn="ctr" fontAlgn="ctr"/>
                      <a:r>
                        <a:rPr lang="en-US" sz="2000" b="1" u="none" strike="noStrike" dirty="0">
                          <a:effectLst/>
                        </a:rPr>
                        <a:t>0.9203</a:t>
                      </a:r>
                      <a:endParaRPr lang="en-US" sz="2000" b="1"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ctr"/>
                      <a:r>
                        <a:rPr lang="en-US" sz="2000" b="1" u="none" strike="noStrike" dirty="0">
                          <a:effectLst/>
                        </a:rPr>
                        <a:t>0.7232</a:t>
                      </a:r>
                      <a:endParaRPr lang="en-US" sz="2000" b="1"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60635958"/>
                  </a:ext>
                </a:extLst>
              </a:tr>
            </a:tbl>
          </a:graphicData>
        </a:graphic>
      </p:graphicFrame>
    </p:spTree>
    <p:extLst>
      <p:ext uri="{BB962C8B-B14F-4D97-AF65-F5344CB8AC3E}">
        <p14:creationId xmlns:p14="http://schemas.microsoft.com/office/powerpoint/2010/main" val="32872504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D39A32F-AC7F-5C39-4E35-F3F88DC57317}"/>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16</a:t>
            </a:fld>
            <a:endParaRPr lang="en-US"/>
          </a:p>
        </p:txBody>
      </p:sp>
      <p:sp>
        <p:nvSpPr>
          <p:cNvPr id="3" name="Title 2">
            <a:extLst>
              <a:ext uri="{FF2B5EF4-FFF2-40B4-BE49-F238E27FC236}">
                <a16:creationId xmlns:a16="http://schemas.microsoft.com/office/drawing/2014/main" id="{845E4FB4-C846-4590-CAF8-7F932E03A0D2}"/>
              </a:ext>
            </a:extLst>
          </p:cNvPr>
          <p:cNvSpPr>
            <a:spLocks noGrp="1"/>
          </p:cNvSpPr>
          <p:nvPr>
            <p:ph type="title"/>
          </p:nvPr>
        </p:nvSpPr>
        <p:spPr/>
        <p:txBody>
          <a:bodyPr/>
          <a:lstStyle/>
          <a:p>
            <a:r>
              <a:rPr lang="en" dirty="0"/>
              <a:t>Result Analysis(Cont.)</a:t>
            </a:r>
            <a:endParaRPr lang="en-US" dirty="0"/>
          </a:p>
        </p:txBody>
      </p:sp>
      <p:sp>
        <p:nvSpPr>
          <p:cNvPr id="4" name="Text Placeholder 3">
            <a:extLst>
              <a:ext uri="{FF2B5EF4-FFF2-40B4-BE49-F238E27FC236}">
                <a16:creationId xmlns:a16="http://schemas.microsoft.com/office/drawing/2014/main" id="{AC70FF01-32D5-1DFB-5D59-67258C8B0B90}"/>
              </a:ext>
            </a:extLst>
          </p:cNvPr>
          <p:cNvSpPr>
            <a:spLocks noGrp="1"/>
          </p:cNvSpPr>
          <p:nvPr>
            <p:ph type="body" idx="1"/>
          </p:nvPr>
        </p:nvSpPr>
        <p:spPr/>
        <p:txBody>
          <a:bodyPr/>
          <a:lstStyle/>
          <a:p>
            <a:r>
              <a:rPr lang="en-US" b="1" dirty="0">
                <a:latin typeface="Average" panose="020B0604020202020204" charset="0"/>
                <a:cs typeface="Average" panose="020B0604020202020204" charset="0"/>
              </a:rPr>
              <a:t>Result Of Proposed Models 96 x 96 x 3(Without Augmentation):</a:t>
            </a:r>
          </a:p>
          <a:p>
            <a:pPr marL="25400" indent="0">
              <a:buNone/>
            </a:pPr>
            <a:endParaRPr lang="en-US" b="1" dirty="0">
              <a:latin typeface="Average" panose="020B0604020202020204" charset="0"/>
              <a:cs typeface="Average" panose="020B0604020202020204" charset="0"/>
            </a:endParaRPr>
          </a:p>
        </p:txBody>
      </p:sp>
      <p:pic>
        <p:nvPicPr>
          <p:cNvPr id="6" name="Picture 5">
            <a:extLst>
              <a:ext uri="{FF2B5EF4-FFF2-40B4-BE49-F238E27FC236}">
                <a16:creationId xmlns:a16="http://schemas.microsoft.com/office/drawing/2014/main" id="{CF621F35-2412-483A-B604-F3439CDBA24D}"/>
              </a:ext>
            </a:extLst>
          </p:cNvPr>
          <p:cNvPicPr>
            <a:picLocks noChangeAspect="1"/>
          </p:cNvPicPr>
          <p:nvPr/>
        </p:nvPicPr>
        <p:blipFill>
          <a:blip r:embed="rId2"/>
          <a:stretch>
            <a:fillRect/>
          </a:stretch>
        </p:blipFill>
        <p:spPr>
          <a:xfrm>
            <a:off x="4573098" y="3034801"/>
            <a:ext cx="9126224" cy="6134956"/>
          </a:xfrm>
          <a:prstGeom prst="rect">
            <a:avLst/>
          </a:prstGeom>
        </p:spPr>
      </p:pic>
    </p:spTree>
    <p:extLst>
      <p:ext uri="{BB962C8B-B14F-4D97-AF65-F5344CB8AC3E}">
        <p14:creationId xmlns:p14="http://schemas.microsoft.com/office/powerpoint/2010/main" val="5068171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D9DA7D4-86F0-2F9C-973E-6FB7752A55AE}"/>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17</a:t>
            </a:fld>
            <a:endParaRPr lang="en-US"/>
          </a:p>
        </p:txBody>
      </p:sp>
      <p:sp>
        <p:nvSpPr>
          <p:cNvPr id="3" name="Title 2">
            <a:extLst>
              <a:ext uri="{FF2B5EF4-FFF2-40B4-BE49-F238E27FC236}">
                <a16:creationId xmlns:a16="http://schemas.microsoft.com/office/drawing/2014/main" id="{D26230ED-9EE3-EAAA-8157-CC4B6689B880}"/>
              </a:ext>
            </a:extLst>
          </p:cNvPr>
          <p:cNvSpPr>
            <a:spLocks noGrp="1"/>
          </p:cNvSpPr>
          <p:nvPr>
            <p:ph type="title"/>
          </p:nvPr>
        </p:nvSpPr>
        <p:spPr/>
        <p:txBody>
          <a:bodyPr/>
          <a:lstStyle/>
          <a:p>
            <a:r>
              <a:rPr lang="en" dirty="0"/>
              <a:t>Result Analysis(Cont.)</a:t>
            </a:r>
            <a:endParaRPr lang="en-US" dirty="0"/>
          </a:p>
        </p:txBody>
      </p:sp>
      <p:sp>
        <p:nvSpPr>
          <p:cNvPr id="4" name="Text Placeholder 3">
            <a:extLst>
              <a:ext uri="{FF2B5EF4-FFF2-40B4-BE49-F238E27FC236}">
                <a16:creationId xmlns:a16="http://schemas.microsoft.com/office/drawing/2014/main" id="{C8C81B02-8503-DE65-BCF7-1531BAA7DD7B}"/>
              </a:ext>
            </a:extLst>
          </p:cNvPr>
          <p:cNvSpPr>
            <a:spLocks noGrp="1"/>
          </p:cNvSpPr>
          <p:nvPr>
            <p:ph type="body" idx="1"/>
          </p:nvPr>
        </p:nvSpPr>
        <p:spPr/>
        <p:txBody>
          <a:bodyPr/>
          <a:lstStyle/>
          <a:p>
            <a:endParaRPr lang="en-US" dirty="0">
              <a:latin typeface="Average" panose="020B0604020202020204" charset="0"/>
              <a:cs typeface="Average" panose="020B0604020202020204" charset="0"/>
            </a:endParaRPr>
          </a:p>
          <a:p>
            <a:r>
              <a:rPr lang="en-US" dirty="0">
                <a:latin typeface="Average" panose="020B0604020202020204" charset="0"/>
                <a:cs typeface="Average" panose="020B0604020202020204" charset="0"/>
              </a:rPr>
              <a:t>We observed that our model produced an overfit result after fitting it to the data set.</a:t>
            </a:r>
          </a:p>
          <a:p>
            <a:pPr marL="25400" indent="0">
              <a:buNone/>
            </a:pPr>
            <a:endParaRPr lang="en-US" dirty="0">
              <a:latin typeface="Average" panose="020B0604020202020204" charset="0"/>
              <a:cs typeface="Average" panose="020B0604020202020204" charset="0"/>
            </a:endParaRPr>
          </a:p>
          <a:p>
            <a:r>
              <a:rPr lang="en-US" dirty="0">
                <a:latin typeface="Average" panose="020B0604020202020204" charset="0"/>
                <a:cs typeface="Average" panose="020B0604020202020204" charset="0"/>
              </a:rPr>
              <a:t>This may occur for the short amount of our data.</a:t>
            </a:r>
          </a:p>
          <a:p>
            <a:pPr marL="25400" indent="0">
              <a:buNone/>
            </a:pPr>
            <a:endParaRPr lang="en-US" dirty="0">
              <a:latin typeface="Average" panose="020B0604020202020204" charset="0"/>
              <a:cs typeface="Average" panose="020B0604020202020204" charset="0"/>
            </a:endParaRPr>
          </a:p>
          <a:p>
            <a:r>
              <a:rPr lang="en-US" dirty="0">
                <a:latin typeface="Average" panose="020B0604020202020204" charset="0"/>
                <a:cs typeface="Average" panose="020B0604020202020204" charset="0"/>
              </a:rPr>
              <a:t>So we then augmented our data then again implement our model on this augmented data.</a:t>
            </a:r>
          </a:p>
        </p:txBody>
      </p:sp>
    </p:spTree>
    <p:extLst>
      <p:ext uri="{BB962C8B-B14F-4D97-AF65-F5344CB8AC3E}">
        <p14:creationId xmlns:p14="http://schemas.microsoft.com/office/powerpoint/2010/main" val="4698104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8D3121D-81A2-24EB-03EC-61E6117A666B}"/>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18</a:t>
            </a:fld>
            <a:endParaRPr lang="en-US"/>
          </a:p>
        </p:txBody>
      </p:sp>
      <p:sp>
        <p:nvSpPr>
          <p:cNvPr id="3" name="Title 2">
            <a:extLst>
              <a:ext uri="{FF2B5EF4-FFF2-40B4-BE49-F238E27FC236}">
                <a16:creationId xmlns:a16="http://schemas.microsoft.com/office/drawing/2014/main" id="{1ACCD677-F6BE-83B4-7551-F4D163D84411}"/>
              </a:ext>
            </a:extLst>
          </p:cNvPr>
          <p:cNvSpPr>
            <a:spLocks noGrp="1"/>
          </p:cNvSpPr>
          <p:nvPr>
            <p:ph type="title"/>
          </p:nvPr>
        </p:nvSpPr>
        <p:spPr/>
        <p:txBody>
          <a:bodyPr/>
          <a:lstStyle/>
          <a:p>
            <a:r>
              <a:rPr lang="en" dirty="0"/>
              <a:t>Result Analysis(Cont.)</a:t>
            </a:r>
            <a:endParaRPr lang="en-US" dirty="0"/>
          </a:p>
        </p:txBody>
      </p:sp>
      <p:sp>
        <p:nvSpPr>
          <p:cNvPr id="4" name="Text Placeholder 3">
            <a:extLst>
              <a:ext uri="{FF2B5EF4-FFF2-40B4-BE49-F238E27FC236}">
                <a16:creationId xmlns:a16="http://schemas.microsoft.com/office/drawing/2014/main" id="{CFAD6320-C390-CB3B-A6A5-4CDEEFDAF9BC}"/>
              </a:ext>
            </a:extLst>
          </p:cNvPr>
          <p:cNvSpPr>
            <a:spLocks noGrp="1"/>
          </p:cNvSpPr>
          <p:nvPr>
            <p:ph type="body" idx="1"/>
          </p:nvPr>
        </p:nvSpPr>
        <p:spPr/>
        <p:txBody>
          <a:bodyPr/>
          <a:lstStyle/>
          <a:p>
            <a:r>
              <a:rPr lang="en-US" b="1" dirty="0">
                <a:latin typeface="Average" panose="020B0604020202020204" charset="0"/>
                <a:cs typeface="Average" panose="020B0604020202020204" charset="0"/>
              </a:rPr>
              <a:t>Result Of Proposed Models 96 x 96 x 3(With Augmentation):</a:t>
            </a:r>
          </a:p>
          <a:p>
            <a:pPr marL="25400" indent="0">
              <a:buNone/>
            </a:pPr>
            <a:endParaRPr lang="en-US" b="1" dirty="0">
              <a:latin typeface="Average" panose="020B0604020202020204" charset="0"/>
              <a:cs typeface="Average" panose="020B0604020202020204" charset="0"/>
            </a:endParaRPr>
          </a:p>
        </p:txBody>
      </p:sp>
      <p:graphicFrame>
        <p:nvGraphicFramePr>
          <p:cNvPr id="6" name="Table 5">
            <a:extLst>
              <a:ext uri="{FF2B5EF4-FFF2-40B4-BE49-F238E27FC236}">
                <a16:creationId xmlns:a16="http://schemas.microsoft.com/office/drawing/2014/main" id="{059C1767-9C65-1CED-F87C-37EEDFBB7487}"/>
              </a:ext>
            </a:extLst>
          </p:cNvPr>
          <p:cNvGraphicFramePr>
            <a:graphicFrameLocks noGrp="1"/>
          </p:cNvGraphicFramePr>
          <p:nvPr>
            <p:extLst>
              <p:ext uri="{D42A27DB-BD31-4B8C-83A1-F6EECF244321}">
                <p14:modId xmlns:p14="http://schemas.microsoft.com/office/powerpoint/2010/main" val="2564801212"/>
              </p:ext>
            </p:extLst>
          </p:nvPr>
        </p:nvGraphicFramePr>
        <p:xfrm>
          <a:off x="3948200" y="3466509"/>
          <a:ext cx="10391600" cy="5244351"/>
        </p:xfrm>
        <a:graphic>
          <a:graphicData uri="http://schemas.openxmlformats.org/drawingml/2006/table">
            <a:tbl>
              <a:tblPr firstRow="1" bandRow="1">
                <a:tableStyleId>{21E4AEA4-8DFA-4A89-87EB-49C32662AFE0}</a:tableStyleId>
              </a:tblPr>
              <a:tblGrid>
                <a:gridCol w="2697233">
                  <a:extLst>
                    <a:ext uri="{9D8B030D-6E8A-4147-A177-3AD203B41FA5}">
                      <a16:colId xmlns:a16="http://schemas.microsoft.com/office/drawing/2014/main" val="712878564"/>
                    </a:ext>
                  </a:extLst>
                </a:gridCol>
                <a:gridCol w="3060172">
                  <a:extLst>
                    <a:ext uri="{9D8B030D-6E8A-4147-A177-3AD203B41FA5}">
                      <a16:colId xmlns:a16="http://schemas.microsoft.com/office/drawing/2014/main" val="4070165414"/>
                    </a:ext>
                  </a:extLst>
                </a:gridCol>
                <a:gridCol w="4634195">
                  <a:extLst>
                    <a:ext uri="{9D8B030D-6E8A-4147-A177-3AD203B41FA5}">
                      <a16:colId xmlns:a16="http://schemas.microsoft.com/office/drawing/2014/main" val="4109127127"/>
                    </a:ext>
                  </a:extLst>
                </a:gridCol>
              </a:tblGrid>
              <a:tr h="506261">
                <a:tc>
                  <a:txBody>
                    <a:bodyPr/>
                    <a:lstStyle/>
                    <a:p>
                      <a:pPr algn="ctr" fontAlgn="ctr"/>
                      <a:r>
                        <a:rPr lang="en-US" sz="2000" b="1" i="0" u="none" strike="noStrike" dirty="0">
                          <a:solidFill>
                            <a:schemeClr val="bg1"/>
                          </a:solidFill>
                          <a:effectLst/>
                          <a:latin typeface="Calibri" panose="020F0502020204030204" pitchFamily="34" charset="0"/>
                        </a:rPr>
                        <a:t>Model</a:t>
                      </a:r>
                    </a:p>
                  </a:txBody>
                  <a:tcPr marL="7620" marR="7620" marT="7620" marB="0" anchor="ctr">
                    <a:solidFill>
                      <a:schemeClr val="accent2"/>
                    </a:solidFill>
                  </a:tcPr>
                </a:tc>
                <a:tc>
                  <a:txBody>
                    <a:bodyPr/>
                    <a:lstStyle/>
                    <a:p>
                      <a:pPr algn="ctr" fontAlgn="ctr"/>
                      <a:r>
                        <a:rPr lang="en-US" sz="2000" b="1" i="0" u="none" strike="noStrike">
                          <a:solidFill>
                            <a:schemeClr val="bg1"/>
                          </a:solidFill>
                          <a:effectLst/>
                          <a:latin typeface="Calibri" panose="020F0502020204030204" pitchFamily="34" charset="0"/>
                        </a:rPr>
                        <a:t>Train Accuracy </a:t>
                      </a:r>
                    </a:p>
                  </a:txBody>
                  <a:tcPr marL="7620" marR="7620" marT="7620" marB="0" anchor="ctr"/>
                </a:tc>
                <a:tc>
                  <a:txBody>
                    <a:bodyPr/>
                    <a:lstStyle/>
                    <a:p>
                      <a:pPr algn="ctr" fontAlgn="ctr"/>
                      <a:r>
                        <a:rPr lang="en-US" sz="2000" b="1" i="0" u="none" strike="noStrike" dirty="0">
                          <a:solidFill>
                            <a:schemeClr val="bg1"/>
                          </a:solidFill>
                          <a:effectLst/>
                          <a:latin typeface="Calibri" panose="020F0502020204030204" pitchFamily="34" charset="0"/>
                        </a:rPr>
                        <a:t>Test Accuracy </a:t>
                      </a:r>
                    </a:p>
                  </a:txBody>
                  <a:tcPr marL="7620" marR="7620" marT="7620" marB="0" anchor="ctr"/>
                </a:tc>
                <a:extLst>
                  <a:ext uri="{0D108BD9-81ED-4DB2-BD59-A6C34878D82A}">
                    <a16:rowId xmlns:a16="http://schemas.microsoft.com/office/drawing/2014/main" val="1337589823"/>
                  </a:ext>
                </a:extLst>
              </a:tr>
              <a:tr h="473809">
                <a:tc>
                  <a:txBody>
                    <a:bodyPr/>
                    <a:lstStyle/>
                    <a:p>
                      <a:pPr algn="ctr" fontAlgn="ctr"/>
                      <a:r>
                        <a:rPr lang="en-US" sz="2000" b="1" i="0" u="none" strike="noStrike" dirty="0">
                          <a:solidFill>
                            <a:schemeClr val="bg1"/>
                          </a:solidFill>
                          <a:effectLst/>
                          <a:latin typeface="Calibri" panose="020F0502020204030204" pitchFamily="34" charset="0"/>
                        </a:rPr>
                        <a:t>NewNet1</a:t>
                      </a:r>
                    </a:p>
                  </a:txBody>
                  <a:tcPr marL="7620" marR="7620" marT="7620" marB="0" anchor="ctr">
                    <a:solidFill>
                      <a:schemeClr val="accent2"/>
                    </a:solidFill>
                  </a:tcPr>
                </a:tc>
                <a:tc>
                  <a:txBody>
                    <a:bodyPr/>
                    <a:lstStyle/>
                    <a:p>
                      <a:pPr algn="ctr" fontAlgn="ctr"/>
                      <a:r>
                        <a:rPr lang="en-US" sz="2000" b="1" i="0" u="none" strike="noStrike">
                          <a:solidFill>
                            <a:srgbClr val="000000"/>
                          </a:solidFill>
                          <a:effectLst/>
                          <a:latin typeface="Calibri" panose="020F0502020204030204" pitchFamily="34" charset="0"/>
                        </a:rPr>
                        <a:t>0.7681</a:t>
                      </a:r>
                    </a:p>
                  </a:txBody>
                  <a:tcPr marL="7620" marR="7620" marT="7620" marB="0" anchor="ctr"/>
                </a:tc>
                <a:tc>
                  <a:txBody>
                    <a:bodyPr/>
                    <a:lstStyle/>
                    <a:p>
                      <a:pPr algn="ctr" fontAlgn="ctr"/>
                      <a:r>
                        <a:rPr lang="en-US" sz="2000" b="1" i="0" u="none" strike="noStrike" dirty="0">
                          <a:solidFill>
                            <a:srgbClr val="000000"/>
                          </a:solidFill>
                          <a:effectLst/>
                          <a:latin typeface="Calibri" panose="020F0502020204030204" pitchFamily="34" charset="0"/>
                        </a:rPr>
                        <a:t>0.7775</a:t>
                      </a:r>
                    </a:p>
                  </a:txBody>
                  <a:tcPr marL="7620" marR="7620" marT="7620" marB="0" anchor="ctr"/>
                </a:tc>
                <a:extLst>
                  <a:ext uri="{0D108BD9-81ED-4DB2-BD59-A6C34878D82A}">
                    <a16:rowId xmlns:a16="http://schemas.microsoft.com/office/drawing/2014/main" val="3570664056"/>
                  </a:ext>
                </a:extLst>
              </a:tr>
              <a:tr h="473809">
                <a:tc>
                  <a:txBody>
                    <a:bodyPr/>
                    <a:lstStyle/>
                    <a:p>
                      <a:pPr algn="ctr" fontAlgn="ctr"/>
                      <a:r>
                        <a:rPr lang="en-US" sz="2000" b="1" i="0" u="none" strike="noStrike" dirty="0">
                          <a:solidFill>
                            <a:schemeClr val="bg1"/>
                          </a:solidFill>
                          <a:effectLst/>
                          <a:latin typeface="Calibri" panose="020F0502020204030204" pitchFamily="34" charset="0"/>
                        </a:rPr>
                        <a:t>NewNet2</a:t>
                      </a:r>
                    </a:p>
                  </a:txBody>
                  <a:tcPr marL="7620" marR="7620" marT="7620" marB="0" anchor="ctr">
                    <a:solidFill>
                      <a:schemeClr val="accent2"/>
                    </a:solidFill>
                  </a:tcPr>
                </a:tc>
                <a:tc>
                  <a:txBody>
                    <a:bodyPr/>
                    <a:lstStyle/>
                    <a:p>
                      <a:pPr algn="ctr" fontAlgn="ctr"/>
                      <a:r>
                        <a:rPr lang="en-US" sz="2000" b="1" i="0" u="none" strike="noStrike">
                          <a:solidFill>
                            <a:srgbClr val="000000"/>
                          </a:solidFill>
                          <a:effectLst/>
                          <a:latin typeface="Calibri" panose="020F0502020204030204" pitchFamily="34" charset="0"/>
                        </a:rPr>
                        <a:t>0.7694</a:t>
                      </a:r>
                    </a:p>
                  </a:txBody>
                  <a:tcPr marL="7620" marR="7620" marT="7620" marB="0" anchor="ctr"/>
                </a:tc>
                <a:tc>
                  <a:txBody>
                    <a:bodyPr/>
                    <a:lstStyle/>
                    <a:p>
                      <a:pPr algn="ctr" fontAlgn="ctr"/>
                      <a:r>
                        <a:rPr lang="en-US" sz="2000" b="1" i="0" u="none" strike="noStrike" dirty="0">
                          <a:solidFill>
                            <a:srgbClr val="000000"/>
                          </a:solidFill>
                          <a:effectLst/>
                          <a:latin typeface="Calibri" panose="020F0502020204030204" pitchFamily="34" charset="0"/>
                        </a:rPr>
                        <a:t>0.775</a:t>
                      </a:r>
                    </a:p>
                  </a:txBody>
                  <a:tcPr marL="7620" marR="7620" marT="7620" marB="0" anchor="ctr"/>
                </a:tc>
                <a:extLst>
                  <a:ext uri="{0D108BD9-81ED-4DB2-BD59-A6C34878D82A}">
                    <a16:rowId xmlns:a16="http://schemas.microsoft.com/office/drawing/2014/main" val="3243612959"/>
                  </a:ext>
                </a:extLst>
              </a:tr>
              <a:tr h="473809">
                <a:tc>
                  <a:txBody>
                    <a:bodyPr/>
                    <a:lstStyle/>
                    <a:p>
                      <a:pPr algn="ctr" fontAlgn="ctr"/>
                      <a:r>
                        <a:rPr lang="en-US" sz="2000" b="1" i="0" u="none" strike="noStrike">
                          <a:solidFill>
                            <a:schemeClr val="bg1"/>
                          </a:solidFill>
                          <a:effectLst/>
                          <a:latin typeface="Calibri" panose="020F0502020204030204" pitchFamily="34" charset="0"/>
                        </a:rPr>
                        <a:t>NewNet3</a:t>
                      </a:r>
                    </a:p>
                  </a:txBody>
                  <a:tcPr marL="7620" marR="7620" marT="7620" marB="0" anchor="ctr">
                    <a:solidFill>
                      <a:schemeClr val="accent2"/>
                    </a:solidFill>
                  </a:tcPr>
                </a:tc>
                <a:tc>
                  <a:txBody>
                    <a:bodyPr/>
                    <a:lstStyle/>
                    <a:p>
                      <a:pPr algn="ctr" fontAlgn="ctr"/>
                      <a:r>
                        <a:rPr lang="en-US" sz="2000" b="1" i="0" u="none" strike="noStrike" dirty="0">
                          <a:solidFill>
                            <a:srgbClr val="000000"/>
                          </a:solidFill>
                          <a:effectLst/>
                          <a:latin typeface="Calibri" panose="020F0502020204030204" pitchFamily="34" charset="0"/>
                        </a:rPr>
                        <a:t>0.7481</a:t>
                      </a:r>
                    </a:p>
                  </a:txBody>
                  <a:tcPr marL="7620" marR="7620" marT="7620" marB="0" anchor="ctr"/>
                </a:tc>
                <a:tc>
                  <a:txBody>
                    <a:bodyPr/>
                    <a:lstStyle/>
                    <a:p>
                      <a:pPr algn="ctr" fontAlgn="ctr"/>
                      <a:r>
                        <a:rPr lang="en-US" sz="2000" b="1" i="0" u="none" strike="noStrike" dirty="0">
                          <a:solidFill>
                            <a:srgbClr val="000000"/>
                          </a:solidFill>
                          <a:effectLst/>
                          <a:latin typeface="Calibri" panose="020F0502020204030204" pitchFamily="34" charset="0"/>
                        </a:rPr>
                        <a:t>0.7525</a:t>
                      </a:r>
                    </a:p>
                  </a:txBody>
                  <a:tcPr marL="7620" marR="7620" marT="7620" marB="0" anchor="ctr"/>
                </a:tc>
                <a:extLst>
                  <a:ext uri="{0D108BD9-81ED-4DB2-BD59-A6C34878D82A}">
                    <a16:rowId xmlns:a16="http://schemas.microsoft.com/office/drawing/2014/main" val="454031500"/>
                  </a:ext>
                </a:extLst>
              </a:tr>
              <a:tr h="473809">
                <a:tc>
                  <a:txBody>
                    <a:bodyPr/>
                    <a:lstStyle/>
                    <a:p>
                      <a:pPr algn="ctr" fontAlgn="ctr"/>
                      <a:r>
                        <a:rPr lang="en-US" sz="2000" b="1" i="0" u="none" strike="noStrike" dirty="0">
                          <a:solidFill>
                            <a:schemeClr val="bg1"/>
                          </a:solidFill>
                          <a:effectLst/>
                          <a:latin typeface="Calibri" panose="020F0502020204030204" pitchFamily="34" charset="0"/>
                        </a:rPr>
                        <a:t>NewNet4</a:t>
                      </a:r>
                    </a:p>
                  </a:txBody>
                  <a:tcPr marL="7620" marR="7620" marT="7620" marB="0" anchor="ctr">
                    <a:solidFill>
                      <a:schemeClr val="accent2"/>
                    </a:solidFill>
                  </a:tcPr>
                </a:tc>
                <a:tc>
                  <a:txBody>
                    <a:bodyPr/>
                    <a:lstStyle/>
                    <a:p>
                      <a:pPr algn="ctr" fontAlgn="ctr"/>
                      <a:r>
                        <a:rPr lang="en-US" sz="2000" b="1" i="0" u="none" strike="noStrike">
                          <a:solidFill>
                            <a:srgbClr val="000000"/>
                          </a:solidFill>
                          <a:effectLst/>
                          <a:latin typeface="Calibri" panose="020F0502020204030204" pitchFamily="34" charset="0"/>
                        </a:rPr>
                        <a:t>0.7366</a:t>
                      </a:r>
                    </a:p>
                  </a:txBody>
                  <a:tcPr marL="7620" marR="7620" marT="7620" marB="0" anchor="ctr"/>
                </a:tc>
                <a:tc>
                  <a:txBody>
                    <a:bodyPr/>
                    <a:lstStyle/>
                    <a:p>
                      <a:pPr algn="ctr" fontAlgn="ctr"/>
                      <a:r>
                        <a:rPr lang="en-US" sz="2000" b="1" i="0" u="none" strike="noStrike" dirty="0">
                          <a:solidFill>
                            <a:srgbClr val="000000"/>
                          </a:solidFill>
                          <a:effectLst/>
                          <a:latin typeface="Calibri" panose="020F0502020204030204" pitchFamily="34" charset="0"/>
                        </a:rPr>
                        <a:t>0.7525</a:t>
                      </a:r>
                    </a:p>
                  </a:txBody>
                  <a:tcPr marL="7620" marR="7620" marT="7620" marB="0" anchor="ctr"/>
                </a:tc>
                <a:extLst>
                  <a:ext uri="{0D108BD9-81ED-4DB2-BD59-A6C34878D82A}">
                    <a16:rowId xmlns:a16="http://schemas.microsoft.com/office/drawing/2014/main" val="696873753"/>
                  </a:ext>
                </a:extLst>
              </a:tr>
              <a:tr h="473809">
                <a:tc>
                  <a:txBody>
                    <a:bodyPr/>
                    <a:lstStyle/>
                    <a:p>
                      <a:pPr algn="ctr" fontAlgn="ctr"/>
                      <a:r>
                        <a:rPr lang="en-US" sz="2000" b="1" i="0" u="none" strike="noStrike">
                          <a:solidFill>
                            <a:schemeClr val="bg1"/>
                          </a:solidFill>
                          <a:effectLst/>
                          <a:latin typeface="Calibri" panose="020F0502020204030204" pitchFamily="34" charset="0"/>
                        </a:rPr>
                        <a:t>NewNet5</a:t>
                      </a:r>
                    </a:p>
                  </a:txBody>
                  <a:tcPr marL="7620" marR="7620" marT="7620" marB="0" anchor="ctr">
                    <a:solidFill>
                      <a:schemeClr val="accent2"/>
                    </a:solidFill>
                  </a:tcPr>
                </a:tc>
                <a:tc>
                  <a:txBody>
                    <a:bodyPr/>
                    <a:lstStyle/>
                    <a:p>
                      <a:pPr algn="ctr" fontAlgn="ctr"/>
                      <a:r>
                        <a:rPr lang="en-US" sz="2000" b="1" i="0" u="none" strike="noStrike">
                          <a:solidFill>
                            <a:srgbClr val="000000"/>
                          </a:solidFill>
                          <a:effectLst/>
                          <a:latin typeface="Calibri" panose="020F0502020204030204" pitchFamily="34" charset="0"/>
                        </a:rPr>
                        <a:t>0.7713</a:t>
                      </a:r>
                    </a:p>
                  </a:txBody>
                  <a:tcPr marL="7620" marR="7620" marT="7620" marB="0" anchor="ctr"/>
                </a:tc>
                <a:tc>
                  <a:txBody>
                    <a:bodyPr/>
                    <a:lstStyle/>
                    <a:p>
                      <a:pPr algn="ctr" fontAlgn="ctr"/>
                      <a:r>
                        <a:rPr lang="en-US" sz="2000" b="1" i="0" u="none" strike="noStrike" dirty="0">
                          <a:solidFill>
                            <a:srgbClr val="000000"/>
                          </a:solidFill>
                          <a:effectLst/>
                          <a:latin typeface="Calibri" panose="020F0502020204030204" pitchFamily="34" charset="0"/>
                        </a:rPr>
                        <a:t>0.75</a:t>
                      </a:r>
                    </a:p>
                  </a:txBody>
                  <a:tcPr marL="7620" marR="7620" marT="7620" marB="0" anchor="ctr"/>
                </a:tc>
                <a:extLst>
                  <a:ext uri="{0D108BD9-81ED-4DB2-BD59-A6C34878D82A}">
                    <a16:rowId xmlns:a16="http://schemas.microsoft.com/office/drawing/2014/main" val="285548358"/>
                  </a:ext>
                </a:extLst>
              </a:tr>
              <a:tr h="473809">
                <a:tc>
                  <a:txBody>
                    <a:bodyPr/>
                    <a:lstStyle/>
                    <a:p>
                      <a:pPr algn="ctr" fontAlgn="ctr"/>
                      <a:r>
                        <a:rPr lang="en-US" sz="2000" b="1" i="0" u="none" strike="noStrike" dirty="0">
                          <a:solidFill>
                            <a:schemeClr val="bg1"/>
                          </a:solidFill>
                          <a:effectLst/>
                          <a:latin typeface="Calibri" panose="020F0502020204030204" pitchFamily="34" charset="0"/>
                        </a:rPr>
                        <a:t>NewNet6</a:t>
                      </a:r>
                    </a:p>
                  </a:txBody>
                  <a:tcPr marL="7620" marR="7620" marT="7620" marB="0" anchor="ctr">
                    <a:solidFill>
                      <a:schemeClr val="accent2"/>
                    </a:solidFill>
                  </a:tcPr>
                </a:tc>
                <a:tc>
                  <a:txBody>
                    <a:bodyPr/>
                    <a:lstStyle/>
                    <a:p>
                      <a:pPr algn="ctr" fontAlgn="ctr"/>
                      <a:r>
                        <a:rPr lang="en-US" sz="2000" b="1" i="0" u="none" strike="noStrike">
                          <a:solidFill>
                            <a:srgbClr val="000000"/>
                          </a:solidFill>
                          <a:effectLst/>
                          <a:latin typeface="Calibri" panose="020F0502020204030204" pitchFamily="34" charset="0"/>
                        </a:rPr>
                        <a:t>0.7259</a:t>
                      </a:r>
                    </a:p>
                  </a:txBody>
                  <a:tcPr marL="7620" marR="7620" marT="7620" marB="0" anchor="ctr"/>
                </a:tc>
                <a:tc>
                  <a:txBody>
                    <a:bodyPr/>
                    <a:lstStyle/>
                    <a:p>
                      <a:pPr algn="ctr" fontAlgn="ctr"/>
                      <a:r>
                        <a:rPr lang="en-US" sz="2000" b="1" i="0" u="none" strike="noStrike" dirty="0">
                          <a:solidFill>
                            <a:srgbClr val="000000"/>
                          </a:solidFill>
                          <a:effectLst/>
                          <a:latin typeface="Calibri" panose="020F0502020204030204" pitchFamily="34" charset="0"/>
                        </a:rPr>
                        <a:t>0.705</a:t>
                      </a:r>
                    </a:p>
                  </a:txBody>
                  <a:tcPr marL="7620" marR="7620" marT="7620" marB="0" anchor="ctr"/>
                </a:tc>
                <a:extLst>
                  <a:ext uri="{0D108BD9-81ED-4DB2-BD59-A6C34878D82A}">
                    <a16:rowId xmlns:a16="http://schemas.microsoft.com/office/drawing/2014/main" val="885620932"/>
                  </a:ext>
                </a:extLst>
              </a:tr>
              <a:tr h="473809">
                <a:tc>
                  <a:txBody>
                    <a:bodyPr/>
                    <a:lstStyle/>
                    <a:p>
                      <a:pPr algn="ctr" fontAlgn="ctr"/>
                      <a:r>
                        <a:rPr lang="en-US" sz="2000" b="1" i="0" u="none" strike="noStrike">
                          <a:solidFill>
                            <a:schemeClr val="bg1"/>
                          </a:solidFill>
                          <a:effectLst/>
                          <a:latin typeface="Calibri" panose="020F0502020204030204" pitchFamily="34" charset="0"/>
                        </a:rPr>
                        <a:t>NewNet7</a:t>
                      </a:r>
                    </a:p>
                  </a:txBody>
                  <a:tcPr marL="7620" marR="7620" marT="7620" marB="0" anchor="ctr">
                    <a:solidFill>
                      <a:schemeClr val="accent2"/>
                    </a:solidFill>
                  </a:tcPr>
                </a:tc>
                <a:tc>
                  <a:txBody>
                    <a:bodyPr/>
                    <a:lstStyle/>
                    <a:p>
                      <a:pPr algn="ctr" fontAlgn="ctr"/>
                      <a:r>
                        <a:rPr lang="en-US" sz="2000" b="1" i="0" u="none" strike="noStrike">
                          <a:solidFill>
                            <a:srgbClr val="000000"/>
                          </a:solidFill>
                          <a:effectLst/>
                          <a:latin typeface="Calibri" panose="020F0502020204030204" pitchFamily="34" charset="0"/>
                        </a:rPr>
                        <a:t>0.7769</a:t>
                      </a:r>
                    </a:p>
                  </a:txBody>
                  <a:tcPr marL="7620" marR="7620" marT="7620" marB="0" anchor="ctr"/>
                </a:tc>
                <a:tc>
                  <a:txBody>
                    <a:bodyPr/>
                    <a:lstStyle/>
                    <a:p>
                      <a:pPr algn="ctr" fontAlgn="ctr"/>
                      <a:r>
                        <a:rPr lang="en-US" sz="2000" b="1" i="0" u="none" strike="noStrike" dirty="0">
                          <a:solidFill>
                            <a:srgbClr val="000000"/>
                          </a:solidFill>
                          <a:effectLst/>
                          <a:latin typeface="Calibri" panose="020F0502020204030204" pitchFamily="34" charset="0"/>
                        </a:rPr>
                        <a:t>0.77</a:t>
                      </a:r>
                    </a:p>
                  </a:txBody>
                  <a:tcPr marL="7620" marR="7620" marT="7620" marB="0" anchor="ctr"/>
                </a:tc>
                <a:extLst>
                  <a:ext uri="{0D108BD9-81ED-4DB2-BD59-A6C34878D82A}">
                    <a16:rowId xmlns:a16="http://schemas.microsoft.com/office/drawing/2014/main" val="3386282367"/>
                  </a:ext>
                </a:extLst>
              </a:tr>
              <a:tr h="473809">
                <a:tc>
                  <a:txBody>
                    <a:bodyPr/>
                    <a:lstStyle/>
                    <a:p>
                      <a:pPr algn="ctr" fontAlgn="ctr"/>
                      <a:r>
                        <a:rPr lang="en-US" sz="2000" b="1" i="0" u="none" strike="noStrike">
                          <a:solidFill>
                            <a:schemeClr val="bg1"/>
                          </a:solidFill>
                          <a:effectLst/>
                          <a:latin typeface="Calibri" panose="020F0502020204030204" pitchFamily="34" charset="0"/>
                        </a:rPr>
                        <a:t>NewNet8</a:t>
                      </a:r>
                    </a:p>
                  </a:txBody>
                  <a:tcPr marL="7620" marR="7620" marT="7620" marB="0" anchor="ctr">
                    <a:solidFill>
                      <a:schemeClr val="accent2"/>
                    </a:solidFill>
                  </a:tcPr>
                </a:tc>
                <a:tc>
                  <a:txBody>
                    <a:bodyPr/>
                    <a:lstStyle/>
                    <a:p>
                      <a:pPr algn="ctr" fontAlgn="ctr"/>
                      <a:r>
                        <a:rPr lang="en-US" sz="2000" b="1" i="0" u="none" strike="noStrike">
                          <a:solidFill>
                            <a:srgbClr val="000000"/>
                          </a:solidFill>
                          <a:effectLst/>
                          <a:latin typeface="Calibri" panose="020F0502020204030204" pitchFamily="34" charset="0"/>
                        </a:rPr>
                        <a:t>0.7291</a:t>
                      </a:r>
                    </a:p>
                  </a:txBody>
                  <a:tcPr marL="7620" marR="7620" marT="7620" marB="0" anchor="ctr"/>
                </a:tc>
                <a:tc>
                  <a:txBody>
                    <a:bodyPr/>
                    <a:lstStyle/>
                    <a:p>
                      <a:pPr algn="ctr" fontAlgn="ctr"/>
                      <a:r>
                        <a:rPr lang="en-US" sz="2000" b="1" i="0" u="none" strike="noStrike" dirty="0">
                          <a:solidFill>
                            <a:srgbClr val="000000"/>
                          </a:solidFill>
                          <a:effectLst/>
                          <a:latin typeface="Calibri" panose="020F0502020204030204" pitchFamily="34" charset="0"/>
                        </a:rPr>
                        <a:t>0.745</a:t>
                      </a:r>
                    </a:p>
                  </a:txBody>
                  <a:tcPr marL="7620" marR="7620" marT="7620" marB="0" anchor="ctr"/>
                </a:tc>
                <a:extLst>
                  <a:ext uri="{0D108BD9-81ED-4DB2-BD59-A6C34878D82A}">
                    <a16:rowId xmlns:a16="http://schemas.microsoft.com/office/drawing/2014/main" val="855693774"/>
                  </a:ext>
                </a:extLst>
              </a:tr>
              <a:tr h="473809">
                <a:tc>
                  <a:txBody>
                    <a:bodyPr/>
                    <a:lstStyle/>
                    <a:p>
                      <a:pPr algn="ctr" fontAlgn="ctr"/>
                      <a:r>
                        <a:rPr lang="en-US" sz="2000" b="1" i="0" u="none" strike="noStrike" dirty="0">
                          <a:solidFill>
                            <a:schemeClr val="bg1"/>
                          </a:solidFill>
                          <a:effectLst/>
                          <a:latin typeface="Calibri" panose="020F0502020204030204" pitchFamily="34" charset="0"/>
                        </a:rPr>
                        <a:t>NewNet9</a:t>
                      </a:r>
                    </a:p>
                  </a:txBody>
                  <a:tcPr marL="7620" marR="7620" marT="7620" marB="0" anchor="ctr">
                    <a:solidFill>
                      <a:schemeClr val="accent2"/>
                    </a:solidFill>
                  </a:tcPr>
                </a:tc>
                <a:tc>
                  <a:txBody>
                    <a:bodyPr/>
                    <a:lstStyle/>
                    <a:p>
                      <a:pPr algn="ctr" fontAlgn="ctr"/>
                      <a:r>
                        <a:rPr lang="en-US" sz="2000" b="1" i="0" u="none" strike="noStrike" dirty="0">
                          <a:solidFill>
                            <a:srgbClr val="000000"/>
                          </a:solidFill>
                          <a:effectLst/>
                          <a:latin typeface="Calibri" panose="020F0502020204030204" pitchFamily="34" charset="0"/>
                        </a:rPr>
                        <a:t>0.7806</a:t>
                      </a:r>
                    </a:p>
                  </a:txBody>
                  <a:tcPr marL="7620" marR="7620" marT="7620" marB="0" anchor="ctr"/>
                </a:tc>
                <a:tc>
                  <a:txBody>
                    <a:bodyPr/>
                    <a:lstStyle/>
                    <a:p>
                      <a:pPr algn="ctr" fontAlgn="ctr"/>
                      <a:r>
                        <a:rPr lang="en-US" sz="2000" b="1" i="0" u="none" strike="noStrike" dirty="0">
                          <a:solidFill>
                            <a:srgbClr val="000000"/>
                          </a:solidFill>
                          <a:effectLst/>
                          <a:latin typeface="Calibri" panose="020F0502020204030204" pitchFamily="34" charset="0"/>
                        </a:rPr>
                        <a:t>0.7525</a:t>
                      </a:r>
                    </a:p>
                  </a:txBody>
                  <a:tcPr marL="7620" marR="7620" marT="7620" marB="0" anchor="ctr"/>
                </a:tc>
                <a:extLst>
                  <a:ext uri="{0D108BD9-81ED-4DB2-BD59-A6C34878D82A}">
                    <a16:rowId xmlns:a16="http://schemas.microsoft.com/office/drawing/2014/main" val="3458780853"/>
                  </a:ext>
                </a:extLst>
              </a:tr>
              <a:tr h="473809">
                <a:tc>
                  <a:txBody>
                    <a:bodyPr/>
                    <a:lstStyle/>
                    <a:p>
                      <a:pPr algn="ctr" fontAlgn="ctr"/>
                      <a:r>
                        <a:rPr lang="en-US" sz="2000" b="1" i="0" u="none" strike="noStrike" dirty="0">
                          <a:solidFill>
                            <a:schemeClr val="bg1"/>
                          </a:solidFill>
                          <a:effectLst/>
                          <a:latin typeface="Calibri" panose="020F0502020204030204" pitchFamily="34" charset="0"/>
                        </a:rPr>
                        <a:t>NewNet10</a:t>
                      </a:r>
                    </a:p>
                  </a:txBody>
                  <a:tcPr marL="7620" marR="7620" marT="7620" marB="0" anchor="ctr">
                    <a:solidFill>
                      <a:schemeClr val="accent2"/>
                    </a:solidFill>
                  </a:tcPr>
                </a:tc>
                <a:tc>
                  <a:txBody>
                    <a:bodyPr/>
                    <a:lstStyle/>
                    <a:p>
                      <a:pPr algn="ctr" fontAlgn="ctr"/>
                      <a:r>
                        <a:rPr lang="en-US" sz="2000" b="1" i="0" u="none" strike="noStrike">
                          <a:solidFill>
                            <a:srgbClr val="000000"/>
                          </a:solidFill>
                          <a:effectLst/>
                          <a:latin typeface="Calibri" panose="020F0502020204030204" pitchFamily="34" charset="0"/>
                        </a:rPr>
                        <a:t>0.6859</a:t>
                      </a:r>
                    </a:p>
                  </a:txBody>
                  <a:tcPr marL="7620" marR="7620" marT="7620" marB="0" anchor="ctr"/>
                </a:tc>
                <a:tc>
                  <a:txBody>
                    <a:bodyPr/>
                    <a:lstStyle/>
                    <a:p>
                      <a:pPr algn="ctr" fontAlgn="ctr"/>
                      <a:r>
                        <a:rPr lang="en-US" sz="2000" b="1" i="0" u="none" strike="noStrike" dirty="0">
                          <a:solidFill>
                            <a:srgbClr val="000000"/>
                          </a:solidFill>
                          <a:effectLst/>
                          <a:latin typeface="Calibri" panose="020F0502020204030204" pitchFamily="34" charset="0"/>
                        </a:rPr>
                        <a:t>0.7075</a:t>
                      </a:r>
                    </a:p>
                  </a:txBody>
                  <a:tcPr marL="7620" marR="7620" marT="7620" marB="0" anchor="ctr"/>
                </a:tc>
                <a:extLst>
                  <a:ext uri="{0D108BD9-81ED-4DB2-BD59-A6C34878D82A}">
                    <a16:rowId xmlns:a16="http://schemas.microsoft.com/office/drawing/2014/main" val="2978624868"/>
                  </a:ext>
                </a:extLst>
              </a:tr>
            </a:tbl>
          </a:graphicData>
        </a:graphic>
      </p:graphicFrame>
    </p:spTree>
    <p:extLst>
      <p:ext uri="{BB962C8B-B14F-4D97-AF65-F5344CB8AC3E}">
        <p14:creationId xmlns:p14="http://schemas.microsoft.com/office/powerpoint/2010/main" val="42244854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D39A32F-AC7F-5C39-4E35-F3F88DC57317}"/>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19</a:t>
            </a:fld>
            <a:endParaRPr lang="en-US"/>
          </a:p>
        </p:txBody>
      </p:sp>
      <p:sp>
        <p:nvSpPr>
          <p:cNvPr id="3" name="Title 2">
            <a:extLst>
              <a:ext uri="{FF2B5EF4-FFF2-40B4-BE49-F238E27FC236}">
                <a16:creationId xmlns:a16="http://schemas.microsoft.com/office/drawing/2014/main" id="{845E4FB4-C846-4590-CAF8-7F932E03A0D2}"/>
              </a:ext>
            </a:extLst>
          </p:cNvPr>
          <p:cNvSpPr>
            <a:spLocks noGrp="1"/>
          </p:cNvSpPr>
          <p:nvPr>
            <p:ph type="title"/>
          </p:nvPr>
        </p:nvSpPr>
        <p:spPr/>
        <p:txBody>
          <a:bodyPr/>
          <a:lstStyle/>
          <a:p>
            <a:r>
              <a:rPr lang="en" dirty="0"/>
              <a:t>Result Analysis(Cont.)</a:t>
            </a:r>
            <a:endParaRPr lang="en-US" dirty="0"/>
          </a:p>
        </p:txBody>
      </p:sp>
      <p:sp>
        <p:nvSpPr>
          <p:cNvPr id="4" name="Text Placeholder 3">
            <a:extLst>
              <a:ext uri="{FF2B5EF4-FFF2-40B4-BE49-F238E27FC236}">
                <a16:creationId xmlns:a16="http://schemas.microsoft.com/office/drawing/2014/main" id="{AC70FF01-32D5-1DFB-5D59-67258C8B0B90}"/>
              </a:ext>
            </a:extLst>
          </p:cNvPr>
          <p:cNvSpPr>
            <a:spLocks noGrp="1"/>
          </p:cNvSpPr>
          <p:nvPr>
            <p:ph type="body" idx="1"/>
          </p:nvPr>
        </p:nvSpPr>
        <p:spPr/>
        <p:txBody>
          <a:bodyPr/>
          <a:lstStyle/>
          <a:p>
            <a:r>
              <a:rPr lang="en-US" b="1" dirty="0">
                <a:latin typeface="Average" panose="020B0604020202020204" charset="0"/>
                <a:cs typeface="Average" panose="020B0604020202020204" charset="0"/>
              </a:rPr>
              <a:t>Result Of Proposed Models 96 x 96 x 3(With Augmentation):</a:t>
            </a:r>
          </a:p>
          <a:p>
            <a:pPr marL="25400" indent="0">
              <a:buNone/>
            </a:pPr>
            <a:endParaRPr lang="en-US" b="1" dirty="0">
              <a:latin typeface="Average" panose="020B0604020202020204" charset="0"/>
              <a:cs typeface="Average" panose="020B0604020202020204" charset="0"/>
            </a:endParaRPr>
          </a:p>
          <a:p>
            <a:pPr marL="25400" indent="0">
              <a:buNone/>
            </a:pPr>
            <a:endParaRPr lang="en-US" b="1" dirty="0">
              <a:latin typeface="Average" panose="020B0604020202020204" charset="0"/>
              <a:cs typeface="Average" panose="020B0604020202020204" charset="0"/>
            </a:endParaRPr>
          </a:p>
        </p:txBody>
      </p:sp>
      <p:pic>
        <p:nvPicPr>
          <p:cNvPr id="9" name="Picture 8">
            <a:extLst>
              <a:ext uri="{FF2B5EF4-FFF2-40B4-BE49-F238E27FC236}">
                <a16:creationId xmlns:a16="http://schemas.microsoft.com/office/drawing/2014/main" id="{259C1500-24C6-D276-D62F-880C21D25796}"/>
              </a:ext>
            </a:extLst>
          </p:cNvPr>
          <p:cNvPicPr>
            <a:picLocks noChangeAspect="1"/>
          </p:cNvPicPr>
          <p:nvPr/>
        </p:nvPicPr>
        <p:blipFill>
          <a:blip r:embed="rId2"/>
          <a:stretch>
            <a:fillRect/>
          </a:stretch>
        </p:blipFill>
        <p:spPr>
          <a:xfrm>
            <a:off x="4668119" y="2774372"/>
            <a:ext cx="10294790" cy="6176874"/>
          </a:xfrm>
          <a:prstGeom prst="rect">
            <a:avLst/>
          </a:prstGeom>
        </p:spPr>
      </p:pic>
    </p:spTree>
    <p:extLst>
      <p:ext uri="{BB962C8B-B14F-4D97-AF65-F5344CB8AC3E}">
        <p14:creationId xmlns:p14="http://schemas.microsoft.com/office/powerpoint/2010/main" val="32275807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6529F2A-67A7-4E3F-363F-F39203950AF1}"/>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20</a:t>
            </a:fld>
            <a:endParaRPr lang="en-US"/>
          </a:p>
        </p:txBody>
      </p:sp>
      <p:sp>
        <p:nvSpPr>
          <p:cNvPr id="3" name="Title 2">
            <a:extLst>
              <a:ext uri="{FF2B5EF4-FFF2-40B4-BE49-F238E27FC236}">
                <a16:creationId xmlns:a16="http://schemas.microsoft.com/office/drawing/2014/main" id="{608E675B-12FA-78BB-41EE-62459F66CD5E}"/>
              </a:ext>
            </a:extLst>
          </p:cNvPr>
          <p:cNvSpPr>
            <a:spLocks noGrp="1"/>
          </p:cNvSpPr>
          <p:nvPr>
            <p:ph type="title"/>
          </p:nvPr>
        </p:nvSpPr>
        <p:spPr/>
        <p:txBody>
          <a:bodyPr/>
          <a:lstStyle/>
          <a:p>
            <a:r>
              <a:rPr lang="en" dirty="0"/>
              <a:t>Result Analysis(Cont.)</a:t>
            </a:r>
            <a:endParaRPr lang="en-US" dirty="0"/>
          </a:p>
        </p:txBody>
      </p:sp>
      <p:sp>
        <p:nvSpPr>
          <p:cNvPr id="4" name="Text Placeholder 3">
            <a:extLst>
              <a:ext uri="{FF2B5EF4-FFF2-40B4-BE49-F238E27FC236}">
                <a16:creationId xmlns:a16="http://schemas.microsoft.com/office/drawing/2014/main" id="{A704F733-B9BE-AC28-B057-CC9C749723EC}"/>
              </a:ext>
            </a:extLst>
          </p:cNvPr>
          <p:cNvSpPr>
            <a:spLocks noGrp="1"/>
          </p:cNvSpPr>
          <p:nvPr>
            <p:ph type="body" idx="1"/>
          </p:nvPr>
        </p:nvSpPr>
        <p:spPr>
          <a:xfrm>
            <a:off x="282110" y="1633159"/>
            <a:ext cx="17723780" cy="4696101"/>
          </a:xfrm>
        </p:spPr>
        <p:txBody>
          <a:bodyPr/>
          <a:lstStyle/>
          <a:p>
            <a:r>
              <a:rPr lang="en-US" dirty="0">
                <a:latin typeface="Average" panose="020B0604020202020204" charset="0"/>
                <a:cs typeface="Average" panose="020B0604020202020204" charset="0"/>
              </a:rPr>
              <a:t>After augmentation we overcome the overfitting issue.</a:t>
            </a:r>
          </a:p>
          <a:p>
            <a:pPr marL="25400" indent="0">
              <a:buNone/>
            </a:pPr>
            <a:endParaRPr lang="en-US" dirty="0">
              <a:latin typeface="Average" panose="020B0604020202020204" charset="0"/>
              <a:cs typeface="Average" panose="020B0604020202020204" charset="0"/>
            </a:endParaRPr>
          </a:p>
          <a:p>
            <a:r>
              <a:rPr lang="en-US" dirty="0">
                <a:latin typeface="Average" panose="020B0604020202020204" charset="0"/>
                <a:cs typeface="Average" panose="020B0604020202020204" charset="0"/>
              </a:rPr>
              <a:t>The best model among our proposed models is NewNet9.</a:t>
            </a:r>
          </a:p>
          <a:p>
            <a:pPr marL="25400" indent="0">
              <a:buNone/>
            </a:pPr>
            <a:endParaRPr lang="en-US" dirty="0">
              <a:latin typeface="Average" panose="020B0604020202020204" charset="0"/>
              <a:cs typeface="Average" panose="020B0604020202020204" charset="0"/>
            </a:endParaRPr>
          </a:p>
          <a:p>
            <a:r>
              <a:rPr lang="en-US" dirty="0">
                <a:latin typeface="Average" panose="020B0604020202020204" charset="0"/>
                <a:cs typeface="Average" panose="020B0604020202020204" charset="0"/>
              </a:rPr>
              <a:t>But we face another issue. Our best model has low accuracy.</a:t>
            </a:r>
          </a:p>
          <a:p>
            <a:pPr marL="25400" indent="0">
              <a:buNone/>
            </a:pPr>
            <a:endParaRPr lang="en-US" dirty="0">
              <a:latin typeface="Average" panose="020B0604020202020204" charset="0"/>
              <a:cs typeface="Average" panose="020B0604020202020204" charset="0"/>
            </a:endParaRPr>
          </a:p>
          <a:p>
            <a:r>
              <a:rPr lang="en-US" dirty="0">
                <a:latin typeface="Average" panose="020B0604020202020204" charset="0"/>
                <a:cs typeface="Average" panose="020B0604020202020204" charset="0"/>
              </a:rPr>
              <a:t>For overcome this accuracy problem we add self-attention in our best NewNet9 model.</a:t>
            </a:r>
          </a:p>
          <a:p>
            <a:pPr marL="25400" indent="0">
              <a:buNone/>
            </a:pPr>
            <a:endParaRPr lang="en-US" dirty="0">
              <a:latin typeface="Average" panose="020B0604020202020204" charset="0"/>
              <a:cs typeface="Average" panose="020B0604020202020204" charset="0"/>
            </a:endParaRPr>
          </a:p>
          <a:p>
            <a:pPr marL="25400" indent="0">
              <a:buNone/>
            </a:pPr>
            <a:endParaRPr lang="en-US" dirty="0">
              <a:latin typeface="Average" panose="020B0604020202020204" charset="0"/>
              <a:cs typeface="Average" panose="020B0604020202020204" charset="0"/>
            </a:endParaRPr>
          </a:p>
          <a:p>
            <a:pPr marL="25400" indent="0">
              <a:buNone/>
            </a:pPr>
            <a:endParaRPr lang="en-US" dirty="0">
              <a:latin typeface="Average" panose="020B0604020202020204" charset="0"/>
              <a:cs typeface="Average" panose="020B0604020202020204" charset="0"/>
            </a:endParaRPr>
          </a:p>
          <a:p>
            <a:pPr marL="25400" indent="0">
              <a:buNone/>
            </a:pPr>
            <a:endParaRPr lang="en-US" dirty="0">
              <a:latin typeface="Average" panose="020B0604020202020204" charset="0"/>
              <a:cs typeface="Average" panose="020B0604020202020204" charset="0"/>
            </a:endParaRPr>
          </a:p>
        </p:txBody>
      </p:sp>
      <p:graphicFrame>
        <p:nvGraphicFramePr>
          <p:cNvPr id="5" name="Table 4">
            <a:extLst>
              <a:ext uri="{FF2B5EF4-FFF2-40B4-BE49-F238E27FC236}">
                <a16:creationId xmlns:a16="http://schemas.microsoft.com/office/drawing/2014/main" id="{79F2BBAB-3472-4DE4-DE39-0DCFEDE7DEE2}"/>
              </a:ext>
            </a:extLst>
          </p:cNvPr>
          <p:cNvGraphicFramePr>
            <a:graphicFrameLocks noGrp="1"/>
          </p:cNvGraphicFramePr>
          <p:nvPr>
            <p:extLst>
              <p:ext uri="{D42A27DB-BD31-4B8C-83A1-F6EECF244321}">
                <p14:modId xmlns:p14="http://schemas.microsoft.com/office/powerpoint/2010/main" val="3157154425"/>
              </p:ext>
            </p:extLst>
          </p:nvPr>
        </p:nvGraphicFramePr>
        <p:xfrm>
          <a:off x="4214663" y="6043776"/>
          <a:ext cx="9858673" cy="2250453"/>
        </p:xfrm>
        <a:graphic>
          <a:graphicData uri="http://schemas.openxmlformats.org/drawingml/2006/table">
            <a:tbl>
              <a:tblPr firstRow="1" bandRow="1">
                <a:tableStyleId>{21E4AEA4-8DFA-4A89-87EB-49C32662AFE0}</a:tableStyleId>
              </a:tblPr>
              <a:tblGrid>
                <a:gridCol w="2558907">
                  <a:extLst>
                    <a:ext uri="{9D8B030D-6E8A-4147-A177-3AD203B41FA5}">
                      <a16:colId xmlns:a16="http://schemas.microsoft.com/office/drawing/2014/main" val="712878564"/>
                    </a:ext>
                  </a:extLst>
                </a:gridCol>
                <a:gridCol w="2903233">
                  <a:extLst>
                    <a:ext uri="{9D8B030D-6E8A-4147-A177-3AD203B41FA5}">
                      <a16:colId xmlns:a16="http://schemas.microsoft.com/office/drawing/2014/main" val="4070165414"/>
                    </a:ext>
                  </a:extLst>
                </a:gridCol>
                <a:gridCol w="4396533">
                  <a:extLst>
                    <a:ext uri="{9D8B030D-6E8A-4147-A177-3AD203B41FA5}">
                      <a16:colId xmlns:a16="http://schemas.microsoft.com/office/drawing/2014/main" val="4109127127"/>
                    </a:ext>
                  </a:extLst>
                </a:gridCol>
              </a:tblGrid>
              <a:tr h="694251">
                <a:tc>
                  <a:txBody>
                    <a:bodyPr/>
                    <a:lstStyle/>
                    <a:p>
                      <a:pPr algn="ctr" fontAlgn="ctr"/>
                      <a:r>
                        <a:rPr lang="en-US" sz="2000" b="1" i="0" u="none" strike="noStrike" dirty="0">
                          <a:solidFill>
                            <a:schemeClr val="bg1"/>
                          </a:solidFill>
                          <a:effectLst/>
                          <a:latin typeface="Calibri" panose="020F0502020204030204" pitchFamily="34" charset="0"/>
                        </a:rPr>
                        <a:t>Model</a:t>
                      </a:r>
                    </a:p>
                  </a:txBody>
                  <a:tcPr marL="7620" marR="7620" marT="7620" marB="0" anchor="ctr">
                    <a:solidFill>
                      <a:schemeClr val="accent2"/>
                    </a:solidFill>
                  </a:tcPr>
                </a:tc>
                <a:tc>
                  <a:txBody>
                    <a:bodyPr/>
                    <a:lstStyle/>
                    <a:p>
                      <a:pPr algn="ctr" fontAlgn="ctr"/>
                      <a:r>
                        <a:rPr lang="en-US" sz="2000" b="1" i="0" u="none" strike="noStrike">
                          <a:solidFill>
                            <a:schemeClr val="bg1"/>
                          </a:solidFill>
                          <a:effectLst/>
                          <a:latin typeface="Calibri" panose="020F0502020204030204" pitchFamily="34" charset="0"/>
                        </a:rPr>
                        <a:t>Train Accuracy </a:t>
                      </a:r>
                    </a:p>
                  </a:txBody>
                  <a:tcPr marL="7620" marR="7620" marT="7620" marB="0" anchor="ctr"/>
                </a:tc>
                <a:tc>
                  <a:txBody>
                    <a:bodyPr/>
                    <a:lstStyle/>
                    <a:p>
                      <a:pPr algn="ctr" fontAlgn="ctr"/>
                      <a:r>
                        <a:rPr lang="en-US" sz="2000" b="1" i="0" u="none" strike="noStrike" dirty="0">
                          <a:solidFill>
                            <a:schemeClr val="bg1"/>
                          </a:solidFill>
                          <a:effectLst/>
                          <a:latin typeface="Calibri" panose="020F0502020204030204" pitchFamily="34" charset="0"/>
                        </a:rPr>
                        <a:t>Test Accuracy </a:t>
                      </a:r>
                    </a:p>
                  </a:txBody>
                  <a:tcPr marL="7620" marR="7620" marT="7620" marB="0" anchor="ctr"/>
                </a:tc>
                <a:extLst>
                  <a:ext uri="{0D108BD9-81ED-4DB2-BD59-A6C34878D82A}">
                    <a16:rowId xmlns:a16="http://schemas.microsoft.com/office/drawing/2014/main" val="1337589823"/>
                  </a:ext>
                </a:extLst>
              </a:tr>
              <a:tr h="518734">
                <a:tc>
                  <a:txBody>
                    <a:bodyPr/>
                    <a:lstStyle/>
                    <a:p>
                      <a:pPr algn="ctr" fontAlgn="ctr"/>
                      <a:r>
                        <a:rPr lang="en-US" sz="2000" b="1" i="0" u="none" strike="noStrike" dirty="0">
                          <a:solidFill>
                            <a:schemeClr val="bg1"/>
                          </a:solidFill>
                          <a:effectLst/>
                          <a:latin typeface="Calibri" panose="020F0502020204030204" pitchFamily="34" charset="0"/>
                        </a:rPr>
                        <a:t>NewNet9</a:t>
                      </a:r>
                    </a:p>
                  </a:txBody>
                  <a:tcPr marL="7620" marR="7620" marT="7620" marB="0" anchor="ctr">
                    <a:solidFill>
                      <a:schemeClr val="accent2"/>
                    </a:solidFill>
                  </a:tcPr>
                </a:tc>
                <a:tc>
                  <a:txBody>
                    <a:bodyPr/>
                    <a:lstStyle/>
                    <a:p>
                      <a:pPr algn="ctr" fontAlgn="ctr"/>
                      <a:r>
                        <a:rPr lang="en-US" sz="2000" b="1" i="0" u="none" strike="noStrike">
                          <a:solidFill>
                            <a:srgbClr val="000000"/>
                          </a:solidFill>
                          <a:effectLst/>
                          <a:latin typeface="Calibri" panose="020F0502020204030204" pitchFamily="34" charset="0"/>
                        </a:rPr>
                        <a:t>0.78</a:t>
                      </a:r>
                      <a:endParaRPr lang="en-US" sz="2000" b="1"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ctr"/>
                      <a:r>
                        <a:rPr lang="en-US" sz="2000" b="1" i="0" u="none" strike="noStrike" dirty="0">
                          <a:solidFill>
                            <a:srgbClr val="000000"/>
                          </a:solidFill>
                          <a:effectLst/>
                          <a:latin typeface="Calibri" panose="020F0502020204030204" pitchFamily="34" charset="0"/>
                        </a:rPr>
                        <a:t>0.7850</a:t>
                      </a:r>
                    </a:p>
                  </a:txBody>
                  <a:tcPr marL="7620" marR="7620" marT="7620" marB="0" anchor="ctr"/>
                </a:tc>
                <a:extLst>
                  <a:ext uri="{0D108BD9-81ED-4DB2-BD59-A6C34878D82A}">
                    <a16:rowId xmlns:a16="http://schemas.microsoft.com/office/drawing/2014/main" val="3570664056"/>
                  </a:ext>
                </a:extLst>
              </a:tr>
              <a:tr h="518734">
                <a:tc>
                  <a:txBody>
                    <a:bodyPr/>
                    <a:lstStyle/>
                    <a:p>
                      <a:pPr algn="ctr" fontAlgn="ctr"/>
                      <a:r>
                        <a:rPr lang="en-US" sz="2000" b="1" i="0" u="none" strike="noStrike">
                          <a:solidFill>
                            <a:schemeClr val="bg1"/>
                          </a:solidFill>
                          <a:effectLst/>
                          <a:latin typeface="Calibri" panose="020F0502020204030204" pitchFamily="34" charset="0"/>
                        </a:rPr>
                        <a:t>PolypNet (100 epochs)</a:t>
                      </a:r>
                      <a:endParaRPr lang="en-US" sz="2000" b="1" i="0" u="none" strike="noStrike" dirty="0">
                        <a:solidFill>
                          <a:schemeClr val="bg1"/>
                        </a:solidFill>
                        <a:effectLst/>
                        <a:latin typeface="Calibri" panose="020F0502020204030204" pitchFamily="34" charset="0"/>
                      </a:endParaRPr>
                    </a:p>
                  </a:txBody>
                  <a:tcPr marL="7620" marR="7620" marT="7620" marB="0" anchor="ctr">
                    <a:solidFill>
                      <a:schemeClr val="accent2"/>
                    </a:solidFill>
                  </a:tcPr>
                </a:tc>
                <a:tc>
                  <a:txBody>
                    <a:bodyPr/>
                    <a:lstStyle/>
                    <a:p>
                      <a:pPr algn="ctr" fontAlgn="ctr"/>
                      <a:r>
                        <a:rPr lang="en-US" sz="2000" b="1" i="0" u="none" strike="noStrike">
                          <a:solidFill>
                            <a:srgbClr val="000000"/>
                          </a:solidFill>
                          <a:effectLst/>
                          <a:latin typeface="Calibri" panose="020F0502020204030204" pitchFamily="34" charset="0"/>
                        </a:rPr>
                        <a:t>0.82</a:t>
                      </a:r>
                      <a:endParaRPr lang="en-US" sz="2000" b="1"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ctr"/>
                      <a:r>
                        <a:rPr lang="en-US" sz="2000" b="1" i="0" u="none" strike="noStrike">
                          <a:solidFill>
                            <a:srgbClr val="000000"/>
                          </a:solidFill>
                          <a:effectLst/>
                          <a:latin typeface="Calibri" panose="020F0502020204030204" pitchFamily="34" charset="0"/>
                        </a:rPr>
                        <a:t>0.82</a:t>
                      </a:r>
                      <a:endParaRPr lang="en-US" sz="2000" b="1"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1018274"/>
                  </a:ext>
                </a:extLst>
              </a:tr>
              <a:tr h="518734">
                <a:tc>
                  <a:txBody>
                    <a:bodyPr/>
                    <a:lstStyle/>
                    <a:p>
                      <a:pPr algn="ctr" fontAlgn="ctr"/>
                      <a:r>
                        <a:rPr lang="en-US" sz="2000" b="1" i="0" u="none" strike="noStrike">
                          <a:solidFill>
                            <a:schemeClr val="bg1"/>
                          </a:solidFill>
                          <a:effectLst/>
                          <a:latin typeface="Calibri" panose="020F0502020204030204" pitchFamily="34" charset="0"/>
                        </a:rPr>
                        <a:t>PolypNet (200 epochs)</a:t>
                      </a:r>
                      <a:endParaRPr lang="en-US" sz="2000" b="1" i="0" u="none" strike="noStrike" dirty="0">
                        <a:solidFill>
                          <a:schemeClr val="bg1"/>
                        </a:solidFill>
                        <a:effectLst/>
                        <a:latin typeface="Calibri" panose="020F0502020204030204" pitchFamily="34" charset="0"/>
                      </a:endParaRPr>
                    </a:p>
                  </a:txBody>
                  <a:tcPr marL="7620" marR="7620" marT="7620" marB="0" anchor="ctr">
                    <a:solidFill>
                      <a:schemeClr val="accent2"/>
                    </a:solidFill>
                  </a:tcPr>
                </a:tc>
                <a:tc>
                  <a:txBody>
                    <a:bodyPr/>
                    <a:lstStyle/>
                    <a:p>
                      <a:pPr algn="ctr" fontAlgn="ctr"/>
                      <a:r>
                        <a:rPr lang="en-US" sz="2000" b="1" i="0" u="none" strike="noStrike">
                          <a:solidFill>
                            <a:srgbClr val="000000"/>
                          </a:solidFill>
                          <a:effectLst/>
                          <a:latin typeface="Calibri" panose="020F0502020204030204" pitchFamily="34" charset="0"/>
                        </a:rPr>
                        <a:t>0.88</a:t>
                      </a:r>
                      <a:endParaRPr lang="en-US" sz="2000" b="1"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ctr"/>
                      <a:r>
                        <a:rPr lang="en-US" sz="2000" b="1" i="0" u="none" strike="noStrike">
                          <a:solidFill>
                            <a:srgbClr val="000000"/>
                          </a:solidFill>
                          <a:effectLst/>
                          <a:latin typeface="Calibri" panose="020F0502020204030204" pitchFamily="34" charset="0"/>
                        </a:rPr>
                        <a:t>0.86</a:t>
                      </a:r>
                      <a:endParaRPr lang="en-US" sz="2000" b="1"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171099122"/>
                  </a:ext>
                </a:extLst>
              </a:tr>
            </a:tbl>
          </a:graphicData>
        </a:graphic>
      </p:graphicFrame>
    </p:spTree>
    <p:extLst>
      <p:ext uri="{BB962C8B-B14F-4D97-AF65-F5344CB8AC3E}">
        <p14:creationId xmlns:p14="http://schemas.microsoft.com/office/powerpoint/2010/main" val="40323070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6529F2A-67A7-4E3F-363F-F39203950AF1}"/>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21</a:t>
            </a:fld>
            <a:endParaRPr lang="en-US"/>
          </a:p>
        </p:txBody>
      </p:sp>
      <p:sp>
        <p:nvSpPr>
          <p:cNvPr id="3" name="Title 2">
            <a:extLst>
              <a:ext uri="{FF2B5EF4-FFF2-40B4-BE49-F238E27FC236}">
                <a16:creationId xmlns:a16="http://schemas.microsoft.com/office/drawing/2014/main" id="{608E675B-12FA-78BB-41EE-62459F66CD5E}"/>
              </a:ext>
            </a:extLst>
          </p:cNvPr>
          <p:cNvSpPr>
            <a:spLocks noGrp="1"/>
          </p:cNvSpPr>
          <p:nvPr>
            <p:ph type="title"/>
          </p:nvPr>
        </p:nvSpPr>
        <p:spPr/>
        <p:txBody>
          <a:bodyPr/>
          <a:lstStyle/>
          <a:p>
            <a:r>
              <a:rPr lang="en" dirty="0"/>
              <a:t>Result Analysis(Cont.)</a:t>
            </a:r>
            <a:endParaRPr lang="en-US" dirty="0"/>
          </a:p>
        </p:txBody>
      </p:sp>
      <p:sp>
        <p:nvSpPr>
          <p:cNvPr id="4" name="Text Placeholder 3">
            <a:extLst>
              <a:ext uri="{FF2B5EF4-FFF2-40B4-BE49-F238E27FC236}">
                <a16:creationId xmlns:a16="http://schemas.microsoft.com/office/drawing/2014/main" id="{A704F733-B9BE-AC28-B057-CC9C749723EC}"/>
              </a:ext>
            </a:extLst>
          </p:cNvPr>
          <p:cNvSpPr>
            <a:spLocks noGrp="1"/>
          </p:cNvSpPr>
          <p:nvPr>
            <p:ph type="body" idx="1"/>
          </p:nvPr>
        </p:nvSpPr>
        <p:spPr>
          <a:xfrm>
            <a:off x="282110" y="1633159"/>
            <a:ext cx="17723780" cy="906841"/>
          </a:xfrm>
        </p:spPr>
        <p:txBody>
          <a:bodyPr/>
          <a:lstStyle/>
          <a:p>
            <a:r>
              <a:rPr lang="en-US">
                <a:latin typeface="Average" panose="020B0604020202020204" charset="0"/>
                <a:cs typeface="Average" panose="020B0604020202020204" charset="0"/>
              </a:rPr>
              <a:t>Accuracy of state-of-the art Pre-trained CNN models on Kvasir-dataset</a:t>
            </a:r>
            <a:endParaRPr lang="en-US" dirty="0">
              <a:latin typeface="Average" panose="020B0604020202020204" charset="0"/>
              <a:cs typeface="Average" panose="020B0604020202020204" charset="0"/>
            </a:endParaRPr>
          </a:p>
        </p:txBody>
      </p:sp>
      <p:pic>
        <p:nvPicPr>
          <p:cNvPr id="7" name="Picture 6">
            <a:extLst>
              <a:ext uri="{FF2B5EF4-FFF2-40B4-BE49-F238E27FC236}">
                <a16:creationId xmlns:a16="http://schemas.microsoft.com/office/drawing/2014/main" id="{F3F5E9A4-FB7F-44E1-8CBD-F3394F3AE70B}"/>
              </a:ext>
            </a:extLst>
          </p:cNvPr>
          <p:cNvPicPr>
            <a:picLocks noChangeAspect="1"/>
          </p:cNvPicPr>
          <p:nvPr/>
        </p:nvPicPr>
        <p:blipFill>
          <a:blip r:embed="rId2"/>
          <a:stretch>
            <a:fillRect/>
          </a:stretch>
        </p:blipFill>
        <p:spPr>
          <a:xfrm>
            <a:off x="2217638" y="2880059"/>
            <a:ext cx="13852724" cy="5269557"/>
          </a:xfrm>
          <a:prstGeom prst="rect">
            <a:avLst/>
          </a:prstGeom>
        </p:spPr>
      </p:pic>
    </p:spTree>
    <p:extLst>
      <p:ext uri="{BB962C8B-B14F-4D97-AF65-F5344CB8AC3E}">
        <p14:creationId xmlns:p14="http://schemas.microsoft.com/office/powerpoint/2010/main" val="32822509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6529F2A-67A7-4E3F-363F-F39203950AF1}"/>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22</a:t>
            </a:fld>
            <a:endParaRPr lang="en-US"/>
          </a:p>
        </p:txBody>
      </p:sp>
      <p:sp>
        <p:nvSpPr>
          <p:cNvPr id="3" name="Title 2">
            <a:extLst>
              <a:ext uri="{FF2B5EF4-FFF2-40B4-BE49-F238E27FC236}">
                <a16:creationId xmlns:a16="http://schemas.microsoft.com/office/drawing/2014/main" id="{608E675B-12FA-78BB-41EE-62459F66CD5E}"/>
              </a:ext>
            </a:extLst>
          </p:cNvPr>
          <p:cNvSpPr>
            <a:spLocks noGrp="1"/>
          </p:cNvSpPr>
          <p:nvPr>
            <p:ph type="title"/>
          </p:nvPr>
        </p:nvSpPr>
        <p:spPr/>
        <p:txBody>
          <a:bodyPr/>
          <a:lstStyle/>
          <a:p>
            <a:r>
              <a:rPr lang="en" dirty="0"/>
              <a:t>Result Analysis(Cont.)</a:t>
            </a:r>
            <a:endParaRPr lang="en-US" dirty="0"/>
          </a:p>
        </p:txBody>
      </p:sp>
      <p:sp>
        <p:nvSpPr>
          <p:cNvPr id="4" name="Text Placeholder 3">
            <a:extLst>
              <a:ext uri="{FF2B5EF4-FFF2-40B4-BE49-F238E27FC236}">
                <a16:creationId xmlns:a16="http://schemas.microsoft.com/office/drawing/2014/main" id="{A704F733-B9BE-AC28-B057-CC9C749723EC}"/>
              </a:ext>
            </a:extLst>
          </p:cNvPr>
          <p:cNvSpPr>
            <a:spLocks noGrp="1"/>
          </p:cNvSpPr>
          <p:nvPr>
            <p:ph type="body" idx="1"/>
          </p:nvPr>
        </p:nvSpPr>
        <p:spPr>
          <a:xfrm>
            <a:off x="282110" y="1633159"/>
            <a:ext cx="17723780" cy="906841"/>
          </a:xfrm>
        </p:spPr>
        <p:txBody>
          <a:bodyPr/>
          <a:lstStyle/>
          <a:p>
            <a:r>
              <a:rPr lang="en-US">
                <a:latin typeface="Average" panose="020B0604020202020204" charset="0"/>
                <a:cs typeface="Average" panose="020B0604020202020204" charset="0"/>
              </a:rPr>
              <a:t>Compare with latest work</a:t>
            </a:r>
            <a:endParaRPr lang="en-US" dirty="0">
              <a:latin typeface="Average" panose="020B0604020202020204" charset="0"/>
              <a:cs typeface="Average" panose="020B0604020202020204" charset="0"/>
            </a:endParaRPr>
          </a:p>
        </p:txBody>
      </p:sp>
      <p:pic>
        <p:nvPicPr>
          <p:cNvPr id="6" name="Picture 5">
            <a:extLst>
              <a:ext uri="{FF2B5EF4-FFF2-40B4-BE49-F238E27FC236}">
                <a16:creationId xmlns:a16="http://schemas.microsoft.com/office/drawing/2014/main" id="{6AFCB761-0EA2-4856-AFF2-B35570DF7D9B}"/>
              </a:ext>
            </a:extLst>
          </p:cNvPr>
          <p:cNvPicPr>
            <a:picLocks noChangeAspect="1"/>
          </p:cNvPicPr>
          <p:nvPr/>
        </p:nvPicPr>
        <p:blipFill>
          <a:blip r:embed="rId2"/>
          <a:stretch>
            <a:fillRect/>
          </a:stretch>
        </p:blipFill>
        <p:spPr>
          <a:xfrm>
            <a:off x="1864874" y="2943958"/>
            <a:ext cx="14558251" cy="3718028"/>
          </a:xfrm>
          <a:prstGeom prst="rect">
            <a:avLst/>
          </a:prstGeom>
        </p:spPr>
      </p:pic>
    </p:spTree>
    <p:extLst>
      <p:ext uri="{BB962C8B-B14F-4D97-AF65-F5344CB8AC3E}">
        <p14:creationId xmlns:p14="http://schemas.microsoft.com/office/powerpoint/2010/main" val="15183564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6529F2A-67A7-4E3F-363F-F39203950AF1}"/>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23</a:t>
            </a:fld>
            <a:endParaRPr lang="en-US"/>
          </a:p>
        </p:txBody>
      </p:sp>
      <p:sp>
        <p:nvSpPr>
          <p:cNvPr id="3" name="Title 2">
            <a:extLst>
              <a:ext uri="{FF2B5EF4-FFF2-40B4-BE49-F238E27FC236}">
                <a16:creationId xmlns:a16="http://schemas.microsoft.com/office/drawing/2014/main" id="{608E675B-12FA-78BB-41EE-62459F66CD5E}"/>
              </a:ext>
            </a:extLst>
          </p:cNvPr>
          <p:cNvSpPr>
            <a:spLocks noGrp="1"/>
          </p:cNvSpPr>
          <p:nvPr>
            <p:ph type="title"/>
          </p:nvPr>
        </p:nvSpPr>
        <p:spPr/>
        <p:txBody>
          <a:bodyPr/>
          <a:lstStyle/>
          <a:p>
            <a:r>
              <a:rPr lang="en" dirty="0"/>
              <a:t>Result Analysis(Cont.)</a:t>
            </a:r>
            <a:endParaRPr lang="en-US" dirty="0"/>
          </a:p>
        </p:txBody>
      </p:sp>
      <p:sp>
        <p:nvSpPr>
          <p:cNvPr id="4" name="Text Placeholder 3">
            <a:extLst>
              <a:ext uri="{FF2B5EF4-FFF2-40B4-BE49-F238E27FC236}">
                <a16:creationId xmlns:a16="http://schemas.microsoft.com/office/drawing/2014/main" id="{A704F733-B9BE-AC28-B057-CC9C749723EC}"/>
              </a:ext>
            </a:extLst>
          </p:cNvPr>
          <p:cNvSpPr>
            <a:spLocks noGrp="1"/>
          </p:cNvSpPr>
          <p:nvPr>
            <p:ph type="body" idx="1"/>
          </p:nvPr>
        </p:nvSpPr>
        <p:spPr>
          <a:xfrm>
            <a:off x="282110" y="1633159"/>
            <a:ext cx="17723780" cy="906841"/>
          </a:xfrm>
        </p:spPr>
        <p:txBody>
          <a:bodyPr/>
          <a:lstStyle/>
          <a:p>
            <a:r>
              <a:rPr lang="en-US">
                <a:latin typeface="Average" panose="020B0604020202020204" charset="0"/>
                <a:cs typeface="Average" panose="020B0604020202020204" charset="0"/>
              </a:rPr>
              <a:t>Ablation study</a:t>
            </a:r>
            <a:endParaRPr lang="en-US" dirty="0">
              <a:latin typeface="Average" panose="020B0604020202020204" charset="0"/>
              <a:cs typeface="Average" panose="020B0604020202020204" charset="0"/>
            </a:endParaRPr>
          </a:p>
        </p:txBody>
      </p:sp>
      <p:pic>
        <p:nvPicPr>
          <p:cNvPr id="7" name="Picture 6">
            <a:extLst>
              <a:ext uri="{FF2B5EF4-FFF2-40B4-BE49-F238E27FC236}">
                <a16:creationId xmlns:a16="http://schemas.microsoft.com/office/drawing/2014/main" id="{649D2E5A-5E80-4625-BCC8-13F3DA6F60AC}"/>
              </a:ext>
            </a:extLst>
          </p:cNvPr>
          <p:cNvPicPr>
            <a:picLocks noChangeAspect="1"/>
          </p:cNvPicPr>
          <p:nvPr/>
        </p:nvPicPr>
        <p:blipFill>
          <a:blip r:embed="rId2"/>
          <a:stretch>
            <a:fillRect/>
          </a:stretch>
        </p:blipFill>
        <p:spPr>
          <a:xfrm>
            <a:off x="2572095" y="2880059"/>
            <a:ext cx="13143810" cy="3502133"/>
          </a:xfrm>
          <a:prstGeom prst="rect">
            <a:avLst/>
          </a:prstGeom>
        </p:spPr>
      </p:pic>
    </p:spTree>
    <p:extLst>
      <p:ext uri="{BB962C8B-B14F-4D97-AF65-F5344CB8AC3E}">
        <p14:creationId xmlns:p14="http://schemas.microsoft.com/office/powerpoint/2010/main" val="23589512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2260281-8BE7-573E-6C2C-CC010CD4A88F}"/>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24</a:t>
            </a:fld>
            <a:endParaRPr lang="en-US"/>
          </a:p>
        </p:txBody>
      </p:sp>
      <p:sp>
        <p:nvSpPr>
          <p:cNvPr id="3" name="Title 2">
            <a:extLst>
              <a:ext uri="{FF2B5EF4-FFF2-40B4-BE49-F238E27FC236}">
                <a16:creationId xmlns:a16="http://schemas.microsoft.com/office/drawing/2014/main" id="{83090D55-DC84-5DB6-BAB4-0DA893803792}"/>
              </a:ext>
            </a:extLst>
          </p:cNvPr>
          <p:cNvSpPr>
            <a:spLocks noGrp="1"/>
          </p:cNvSpPr>
          <p:nvPr>
            <p:ph type="title"/>
          </p:nvPr>
        </p:nvSpPr>
        <p:spPr/>
        <p:txBody>
          <a:bodyPr/>
          <a:lstStyle/>
          <a:p>
            <a:r>
              <a:rPr lang="en" dirty="0"/>
              <a:t>Contribution</a:t>
            </a:r>
            <a:endParaRPr lang="en-US" dirty="0"/>
          </a:p>
        </p:txBody>
      </p:sp>
      <p:sp>
        <p:nvSpPr>
          <p:cNvPr id="4" name="Text Placeholder 3">
            <a:extLst>
              <a:ext uri="{FF2B5EF4-FFF2-40B4-BE49-F238E27FC236}">
                <a16:creationId xmlns:a16="http://schemas.microsoft.com/office/drawing/2014/main" id="{C6AA6AA7-13C5-BEC6-79E9-06CB6774817C}"/>
              </a:ext>
            </a:extLst>
          </p:cNvPr>
          <p:cNvSpPr>
            <a:spLocks noGrp="1"/>
          </p:cNvSpPr>
          <p:nvPr>
            <p:ph type="body" idx="1"/>
          </p:nvPr>
        </p:nvSpPr>
        <p:spPr/>
        <p:txBody>
          <a:bodyPr>
            <a:normAutofit/>
          </a:bodyPr>
          <a:lstStyle/>
          <a:p>
            <a:r>
              <a:rPr lang="en-US" sz="4000">
                <a:solidFill>
                  <a:srgbClr val="000000"/>
                </a:solidFill>
                <a:latin typeface="Average"/>
                <a:ea typeface="Average"/>
                <a:cs typeface="Average"/>
                <a:sym typeface="Average"/>
              </a:rPr>
              <a:t>Introduction of PolypNet, a shallow CNN model with a self-attention mechanism for improved colorectal polyp classification and overcoming the overfitting problem.</a:t>
            </a:r>
          </a:p>
          <a:p>
            <a:r>
              <a:rPr lang="en-US" sz="4000">
                <a:solidFill>
                  <a:srgbClr val="000000"/>
                </a:solidFill>
                <a:latin typeface="Average"/>
                <a:ea typeface="Average"/>
                <a:cs typeface="Average"/>
                <a:sym typeface="Average"/>
              </a:rPr>
              <a:t>Comparison of PolypNet with established CNN-based models (VGG16, ResNet50, DenseNetv3, MobileNetv3) to justify the effectiveness of the proposed method.</a:t>
            </a:r>
          </a:p>
          <a:p>
            <a:r>
              <a:rPr lang="en-US" sz="4000">
                <a:solidFill>
                  <a:srgbClr val="000000"/>
                </a:solidFill>
                <a:latin typeface="Average"/>
                <a:ea typeface="Average"/>
                <a:cs typeface="Average"/>
                <a:sym typeface="Average"/>
              </a:rPr>
              <a:t>PolypNet achieves a precision score of 0.86, matching ResNet50 and outperforming other models, demonstrating its effectiveness for automated polyp classification.</a:t>
            </a:r>
            <a:endParaRPr lang="en-US" sz="4000" dirty="0">
              <a:latin typeface="Average" panose="020B0604020202020204" charset="0"/>
            </a:endParaRPr>
          </a:p>
        </p:txBody>
      </p:sp>
    </p:spTree>
    <p:extLst>
      <p:ext uri="{BB962C8B-B14F-4D97-AF65-F5344CB8AC3E}">
        <p14:creationId xmlns:p14="http://schemas.microsoft.com/office/powerpoint/2010/main" val="36935145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C43E40B-7AE1-5AAE-1F76-155C4C2D835A}"/>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25</a:t>
            </a:fld>
            <a:endParaRPr lang="en-US"/>
          </a:p>
        </p:txBody>
      </p:sp>
      <p:sp>
        <p:nvSpPr>
          <p:cNvPr id="3" name="Title 2">
            <a:extLst>
              <a:ext uri="{FF2B5EF4-FFF2-40B4-BE49-F238E27FC236}">
                <a16:creationId xmlns:a16="http://schemas.microsoft.com/office/drawing/2014/main" id="{6C63A02D-B2EB-00B9-F9C5-1114A1628FD1}"/>
              </a:ext>
            </a:extLst>
          </p:cNvPr>
          <p:cNvSpPr>
            <a:spLocks noGrp="1"/>
          </p:cNvSpPr>
          <p:nvPr>
            <p:ph type="title"/>
          </p:nvPr>
        </p:nvSpPr>
        <p:spPr/>
        <p:txBody>
          <a:bodyPr/>
          <a:lstStyle/>
          <a:p>
            <a:r>
              <a:rPr lang="en" dirty="0"/>
              <a:t>Conclusion</a:t>
            </a:r>
            <a:endParaRPr lang="en-US" dirty="0"/>
          </a:p>
        </p:txBody>
      </p:sp>
      <p:sp>
        <p:nvSpPr>
          <p:cNvPr id="4" name="Text Placeholder 3">
            <a:extLst>
              <a:ext uri="{FF2B5EF4-FFF2-40B4-BE49-F238E27FC236}">
                <a16:creationId xmlns:a16="http://schemas.microsoft.com/office/drawing/2014/main" id="{CA67E537-8798-BEF9-7104-9535C865B1A0}"/>
              </a:ext>
            </a:extLst>
          </p:cNvPr>
          <p:cNvSpPr>
            <a:spLocks noGrp="1"/>
          </p:cNvSpPr>
          <p:nvPr>
            <p:ph type="body" idx="1"/>
          </p:nvPr>
        </p:nvSpPr>
        <p:spPr/>
        <p:txBody>
          <a:bodyPr>
            <a:normAutofit/>
          </a:bodyPr>
          <a:lstStyle/>
          <a:p>
            <a:pPr algn="just"/>
            <a:r>
              <a:rPr lang="en-US" sz="3600">
                <a:solidFill>
                  <a:srgbClr val="000000"/>
                </a:solidFill>
                <a:latin typeface="Average"/>
                <a:ea typeface="Average"/>
                <a:cs typeface="Average"/>
                <a:sym typeface="Average"/>
              </a:rPr>
              <a:t>Introduced a shallow CNN-based model with self-attention to address overfitting on small datasets.</a:t>
            </a:r>
          </a:p>
          <a:p>
            <a:pPr algn="just"/>
            <a:r>
              <a:rPr lang="en-US" sz="3600">
                <a:solidFill>
                  <a:srgbClr val="000000"/>
                </a:solidFill>
                <a:latin typeface="Average"/>
                <a:ea typeface="Average"/>
                <a:cs typeface="Average"/>
                <a:sym typeface="Average"/>
              </a:rPr>
              <a:t>Achieved near-perfect F1-scores for colorectal polyp classification on the Kvasir-v1 dataset.</a:t>
            </a:r>
          </a:p>
          <a:p>
            <a:pPr algn="just"/>
            <a:r>
              <a:rPr lang="en-US" sz="3600">
                <a:solidFill>
                  <a:srgbClr val="000000"/>
                </a:solidFill>
                <a:latin typeface="Average"/>
                <a:ea typeface="Average"/>
                <a:cs typeface="Average"/>
                <a:sym typeface="Average"/>
              </a:rPr>
              <a:t>Outperformed existing polyp classification methods but leaves room for accuracy improvement.</a:t>
            </a:r>
          </a:p>
          <a:p>
            <a:pPr algn="just"/>
            <a:r>
              <a:rPr lang="en-US" sz="3600">
                <a:solidFill>
                  <a:srgbClr val="000000"/>
                </a:solidFill>
                <a:latin typeface="Average"/>
                <a:ea typeface="Average"/>
                <a:cs typeface="Average"/>
                <a:sym typeface="Average"/>
              </a:rPr>
              <a:t>Future plans include developing hybrid architectures for enhanced diagnostic accuracy.</a:t>
            </a:r>
          </a:p>
          <a:p>
            <a:pPr algn="just"/>
            <a:r>
              <a:rPr lang="en-US" sz="3600">
                <a:solidFill>
                  <a:srgbClr val="000000"/>
                </a:solidFill>
                <a:latin typeface="Average"/>
                <a:ea typeface="Average"/>
                <a:cs typeface="Average"/>
                <a:sym typeface="Average"/>
              </a:rPr>
              <a:t>Aims to create user-friendly applications for easier clinical use, particularly in rural and underdeveloped areas.</a:t>
            </a:r>
            <a:endParaRPr lang="en-US" sz="3600" dirty="0"/>
          </a:p>
        </p:txBody>
      </p:sp>
    </p:spTree>
    <p:extLst>
      <p:ext uri="{BB962C8B-B14F-4D97-AF65-F5344CB8AC3E}">
        <p14:creationId xmlns:p14="http://schemas.microsoft.com/office/powerpoint/2010/main" val="42173145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C9F22DC-908E-AAA5-3CF0-64584FD5D29A}"/>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26</a:t>
            </a:fld>
            <a:endParaRPr lang="en-US"/>
          </a:p>
        </p:txBody>
      </p:sp>
      <p:sp>
        <p:nvSpPr>
          <p:cNvPr id="3" name="Title 2">
            <a:extLst>
              <a:ext uri="{FF2B5EF4-FFF2-40B4-BE49-F238E27FC236}">
                <a16:creationId xmlns:a16="http://schemas.microsoft.com/office/drawing/2014/main" id="{A9AC7F23-2E89-1A76-419E-A8B115BB47A7}"/>
              </a:ext>
            </a:extLst>
          </p:cNvPr>
          <p:cNvSpPr>
            <a:spLocks noGrp="1"/>
          </p:cNvSpPr>
          <p:nvPr>
            <p:ph type="title"/>
          </p:nvPr>
        </p:nvSpPr>
        <p:spPr/>
        <p:txBody>
          <a:bodyPr/>
          <a:lstStyle/>
          <a:p>
            <a:r>
              <a:rPr lang="en" dirty="0"/>
              <a:t>References</a:t>
            </a:r>
            <a:endParaRPr lang="en-US" dirty="0"/>
          </a:p>
        </p:txBody>
      </p:sp>
      <p:sp>
        <p:nvSpPr>
          <p:cNvPr id="6" name="Text Placeholder 5">
            <a:extLst>
              <a:ext uri="{FF2B5EF4-FFF2-40B4-BE49-F238E27FC236}">
                <a16:creationId xmlns:a16="http://schemas.microsoft.com/office/drawing/2014/main" id="{E82AD615-E8EB-42B4-BBFF-141DAB574773}"/>
              </a:ext>
            </a:extLst>
          </p:cNvPr>
          <p:cNvSpPr>
            <a:spLocks noGrp="1"/>
          </p:cNvSpPr>
          <p:nvPr>
            <p:ph type="body" idx="1"/>
          </p:nvPr>
        </p:nvSpPr>
        <p:spPr>
          <a:xfrm>
            <a:off x="274320" y="1984010"/>
            <a:ext cx="17663160" cy="7540989"/>
          </a:xfrm>
        </p:spPr>
        <p:txBody>
          <a:bodyPr>
            <a:normAutofit fontScale="40000" lnSpcReduction="20000"/>
          </a:bodyPr>
          <a:lstStyle/>
          <a:p>
            <a:pPr marL="25400" indent="0" algn="just">
              <a:buNone/>
            </a:pPr>
            <a:r>
              <a:rPr lang="en-US" sz="4500"/>
              <a:t>[1] F. Bray, M. Laversanne, E. Weiderpass, and I. Soerjomataram, "The ever‐increasing importance of cancer as a leading cause of premature death worldwide," Cancer, vol. 127, no.</a:t>
            </a:r>
          </a:p>
          <a:p>
            <a:pPr marL="25400" indent="0" algn="just">
              <a:buNone/>
            </a:pPr>
            <a:r>
              <a:rPr lang="en-US" sz="4500"/>
              <a:t>16, pp. 3029-3030, 2021, doi: 10.1002/cncr.33587.</a:t>
            </a:r>
          </a:p>
          <a:p>
            <a:pPr marL="25400" indent="0" algn="just">
              <a:buNone/>
            </a:pPr>
            <a:r>
              <a:rPr lang="en-US" sz="4500"/>
              <a:t>[2] X. Huo, G. Sun, S. Tian, Y. Wang, L. Yu, J. Long, W. Zhang, and A. Li, "HiFuse: Hierarchical multi-scale feature fusion network for medical image classification," Biomedical Signal</a:t>
            </a:r>
          </a:p>
          <a:p>
            <a:pPr marL="25400" indent="0" algn="just">
              <a:buNone/>
            </a:pPr>
            <a:r>
              <a:rPr lang="en-US" sz="4500"/>
              <a:t>Processing and Control, vol. 87, p. 105534, 2024.</a:t>
            </a:r>
          </a:p>
          <a:p>
            <a:pPr marL="25400" indent="0" algn="just">
              <a:buNone/>
            </a:pPr>
            <a:r>
              <a:rPr lang="en-US" sz="4500"/>
              <a:t>[3] Y. Yue and Z. Li, "Medmamba: Vision mamba for medical image classification," arXiv preprint arXiv:2403.03849, 2024.</a:t>
            </a:r>
          </a:p>
          <a:p>
            <a:pPr marL="25400" indent="0" algn="just">
              <a:buNone/>
            </a:pPr>
            <a:r>
              <a:rPr lang="en-US" sz="4500"/>
              <a:t>[4] D. Mukhtorov, M. Rakhmonova, S. Muksimova, and Y. I. Cho, "Endoscopic image classification based on explainable deep learning," Sensors, vol. 23, no. 6, p. 3176, 2023.</a:t>
            </a:r>
          </a:p>
          <a:p>
            <a:pPr marL="25400" indent="0" algn="just">
              <a:buNone/>
            </a:pPr>
            <a:r>
              <a:rPr lang="en-US" sz="4500"/>
              <a:t>[5] Y. Yu, H. Lin, J. Meng, X. Wei, H. Guo, and Z. Zhao, "Deep transfer learning for modality classification of medical images," Information, vol. 8, no. 3, p. 91, 2017.</a:t>
            </a:r>
          </a:p>
          <a:p>
            <a:pPr marL="25400" indent="0" algn="just">
              <a:buNone/>
            </a:pPr>
            <a:r>
              <a:rPr lang="en-US" sz="4500"/>
              <a:t>[6] A. Kumar, J. Kim, D. Lyndon, M. Fulham, and D. Feng, "An ensemble of fine-tuned convolutional neural networks for medical image classification," IEEE Journal of Biomedical and</a:t>
            </a:r>
          </a:p>
          <a:p>
            <a:pPr marL="25400" indent="0" algn="just">
              <a:buNone/>
            </a:pPr>
            <a:r>
              <a:rPr lang="en-US" sz="4500"/>
              <a:t>Health Informatics, vol. 21, no. 1, pp. 31-40, 2016.</a:t>
            </a:r>
          </a:p>
          <a:p>
            <a:pPr marL="25400" indent="0" algn="just">
              <a:buNone/>
            </a:pPr>
            <a:r>
              <a:rPr lang="en-US" sz="4500"/>
              <a:t>[7] Y. C. Jheng, Y. P. Wang, H. E. Lin, K. Y. Sung, Y. C. Chu, H. S. Wang, J. K. Jiang, M. C. Hou, F. Y. Lee, and C. L. Lu, "A novel machine learning-based algorithm to identify and classify</a:t>
            </a:r>
          </a:p>
          <a:p>
            <a:pPr marL="25400" indent="0" algn="just">
              <a:buNone/>
            </a:pPr>
            <a:r>
              <a:rPr lang="en-US" sz="4500"/>
              <a:t>lesions and anatomical landmarks in colonoscopy images," Surgical Endoscopy, vol. 36, pp. 640-650, 2022.</a:t>
            </a:r>
          </a:p>
          <a:p>
            <a:pPr marL="25400" indent="0" algn="just">
              <a:buNone/>
            </a:pPr>
            <a:r>
              <a:rPr lang="en-US" sz="4500"/>
              <a:t>[8] T. Hirasawa, K. Aoyama, T. Tanimoto, S. Ishihara, S. Shichijo, T. Ozawa, T. Ohnishi, M. Fujishiro, K. Matsuo, J. Fujisaki, and T. Tada, "Application of artificial intelligence using a</a:t>
            </a:r>
          </a:p>
          <a:p>
            <a:pPr marL="25400" indent="0" algn="just">
              <a:buNone/>
            </a:pPr>
            <a:r>
              <a:rPr lang="en-US" sz="4500"/>
              <a:t>convolutional neural network for detecting gastric cancer in endoscopic images," Gastric Cancer, vol. 21, pp. 653-660, 2018.</a:t>
            </a:r>
          </a:p>
          <a:p>
            <a:pPr marL="25400" indent="0" algn="just">
              <a:buNone/>
            </a:pPr>
            <a:r>
              <a:rPr lang="en-US" sz="4500"/>
              <a:t>[9] A. Vaswani, N. Shazeer, N. Parmar, J. Uszkoreit, L. Jones, A. N. Gomez, Ł. Kaiser, and I. Polosukhin, "Attention is all you need," Advances in Neural Information Processing Systems,</a:t>
            </a:r>
          </a:p>
          <a:p>
            <a:pPr marL="25400" indent="0" algn="just">
              <a:buNone/>
            </a:pPr>
            <a:r>
              <a:rPr lang="en-US" sz="4500"/>
              <a:t>vol. 30, 2017.</a:t>
            </a:r>
          </a:p>
          <a:p>
            <a:pPr marL="25400" indent="0" algn="just">
              <a:buNone/>
            </a:pPr>
            <a:r>
              <a:rPr lang="en-US" sz="4500"/>
              <a:t>[10] K. Simonyan and A. Zisserman, "Very deep convolutional networks for large-scale image recognition," arXiv preprint arXiv:1409.1556, 2014.</a:t>
            </a:r>
          </a:p>
          <a:p>
            <a:pPr marL="25400" indent="0" algn="just">
              <a:buNone/>
            </a:pPr>
            <a:r>
              <a:rPr lang="en-US" sz="4500"/>
              <a:t>[11] K. He, X. Zhang, S. Ren, and J. Sun, "Deep residual learning for image recognition," in Proceedings of the IEEE Conference on Computer Vision and Pattern Recognition, 2016, pp.</a:t>
            </a:r>
          </a:p>
          <a:p>
            <a:pPr marL="25400" indent="0" algn="just">
              <a:buNone/>
            </a:pPr>
            <a:r>
              <a:rPr lang="en-US" sz="4500"/>
              <a:t>770-778.</a:t>
            </a:r>
          </a:p>
          <a:p>
            <a:pPr marL="25400" indent="0" algn="just">
              <a:buNone/>
            </a:pPr>
            <a:r>
              <a:rPr lang="en-US" sz="4500"/>
              <a:t>[12] G. Huang, Z. Liu, L. van der Maaten, and K. Q. Weinberger, "Densely connected convolutional networks," in Proceedings of the IEEE Conference on Computer Vision and Pattern</a:t>
            </a:r>
          </a:p>
          <a:p>
            <a:pPr marL="25400" indent="0" algn="just">
              <a:buNone/>
            </a:pPr>
            <a:r>
              <a:rPr lang="en-US" sz="4500"/>
              <a:t>Recognition, 2017, pp. 4700-4708.</a:t>
            </a:r>
          </a:p>
          <a:p>
            <a:pPr marL="25400" indent="0" algn="just">
              <a:buNone/>
            </a:pPr>
            <a:r>
              <a:rPr lang="en-US" sz="4500"/>
              <a:t>[13] A. Howard, M. Sandler, G. Chu, L. C. Chen, B. Chen, M. Tan, W. Wang, Y. Zhu, R. Pang, V. Vasudevan, and Q. V. Le, "Searching for MobileNetV3," in Proceedings of the IEEE/CVF</a:t>
            </a:r>
          </a:p>
          <a:p>
            <a:pPr marL="25400" indent="0" algn="just">
              <a:buNone/>
            </a:pPr>
            <a:r>
              <a:rPr lang="en-US" sz="4500"/>
              <a:t>International Conference on Computer Vision, 2019, pp. 1314-1324.</a:t>
            </a:r>
          </a:p>
          <a:p>
            <a:pPr marL="25400" indent="0" algn="just">
              <a:buNone/>
            </a:pPr>
            <a:r>
              <a:rPr lang="en-US" sz="4500"/>
              <a:t>[14] K. Pogorelov, K. R. Randel, C. Griwodz, S. L. Eskeland, T. de Lange, D. Johansen, C. Spampinato, D. T. Dang-Nguyen, M. Lux, P. T. Schmidt, and M. Riegler, "Kvasir: A multi-class</a:t>
            </a:r>
          </a:p>
          <a:p>
            <a:pPr marL="25400" indent="0" algn="just">
              <a:buNone/>
            </a:pPr>
            <a:r>
              <a:rPr lang="en-US" sz="4500"/>
              <a:t>image dataset for computer aided gastrointestinal disease detection," in Proceedings of the 8th ACM on Multimedia Systems Conference, 2017, pp. 164-169.</a:t>
            </a:r>
          </a:p>
          <a:p>
            <a:pPr algn="just"/>
            <a:endParaRPr lang="en-US"/>
          </a:p>
        </p:txBody>
      </p:sp>
    </p:spTree>
    <p:extLst>
      <p:ext uri="{BB962C8B-B14F-4D97-AF65-F5344CB8AC3E}">
        <p14:creationId xmlns:p14="http://schemas.microsoft.com/office/powerpoint/2010/main" val="1211313981"/>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1213</TotalTime>
  <Words>1925</Words>
  <Application>Microsoft Office PowerPoint</Application>
  <PresentationFormat>Custom</PresentationFormat>
  <Paragraphs>248</Paragraphs>
  <Slides>26</Slides>
  <Notes>1</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26</vt:i4>
      </vt:variant>
    </vt:vector>
  </HeadingPairs>
  <TitlesOfParts>
    <vt:vector size="33" baseType="lpstr">
      <vt:lpstr>Arial</vt:lpstr>
      <vt:lpstr>Times New Roman</vt:lpstr>
      <vt:lpstr>Average</vt:lpstr>
      <vt:lpstr>Calibri</vt:lpstr>
      <vt:lpstr>Times</vt:lpstr>
      <vt:lpstr>Office Theme</vt:lpstr>
      <vt:lpstr>Office Theme</vt:lpstr>
      <vt:lpstr>PolypNet: An Attention Based Shallow Deep Learning Model for Colorectal Polyp Image Classification</vt:lpstr>
      <vt:lpstr>PowerPoint Presentation</vt:lpstr>
      <vt:lpstr>Content</vt:lpstr>
      <vt:lpstr>Introduction</vt:lpstr>
      <vt:lpstr>Motivation</vt:lpstr>
      <vt:lpstr>Problem Statement</vt:lpstr>
      <vt:lpstr>Literature Review</vt:lpstr>
      <vt:lpstr>Literature Review</vt:lpstr>
      <vt:lpstr>Research Gap</vt:lpstr>
      <vt:lpstr>Objective</vt:lpstr>
      <vt:lpstr>Methodology</vt:lpstr>
      <vt:lpstr>Methodology(Cont.)</vt:lpstr>
      <vt:lpstr>Methodology(Cont.)</vt:lpstr>
      <vt:lpstr>Result Analysis</vt:lpstr>
      <vt:lpstr>Result Analysis(Cont.)</vt:lpstr>
      <vt:lpstr>Result Analysis(Cont.)</vt:lpstr>
      <vt:lpstr>Result Analysis(Cont.)</vt:lpstr>
      <vt:lpstr>Result Analysis(Cont.)</vt:lpstr>
      <vt:lpstr>Result Analysis(Cont.)</vt:lpstr>
      <vt:lpstr>Result Analysis(Cont.)</vt:lpstr>
      <vt:lpstr>Result Analysis(Cont.)</vt:lpstr>
      <vt:lpstr>Result Analysis(Cont.)</vt:lpstr>
      <vt:lpstr>Result Analysis(Cont.)</vt:lpstr>
      <vt:lpstr>Contribution</vt:lpstr>
      <vt:lpstr>Conclusion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NAFISA</dc:creator>
  <cp:lastModifiedBy>hp</cp:lastModifiedBy>
  <cp:revision>25</cp:revision>
  <dcterms:created xsi:type="dcterms:W3CDTF">2006-08-16T00:00:00Z</dcterms:created>
  <dcterms:modified xsi:type="dcterms:W3CDTF">2025-11-13T03:52:56Z</dcterms:modified>
</cp:coreProperties>
</file>